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1"/>
  </p:notesMasterIdLst>
  <p:sldIdLst>
    <p:sldId id="256" r:id="rId5"/>
    <p:sldId id="270" r:id="rId6"/>
    <p:sldId id="259" r:id="rId7"/>
    <p:sldId id="271" r:id="rId8"/>
    <p:sldId id="272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4FF162-B20D-0E9F-FF77-55307C7322A1}" name="Vishnuchandran.Ravi" initials="Vi" userId="S::vishnuchandran.ravi@jasmin-infotech.com::b7ca43b6-59a4-4780-8f6c-4c292c33d98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6F84F-415A-4DAA-9779-B90E19A84FF0}" type="datetimeFigureOut">
              <a:rPr lang="en-IN" smtClean="0"/>
              <a:t>01-10-2024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E07B7-A532-4025-953D-57EC5826E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452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6">
            <a:extLst>
              <a:ext uri="{FF2B5EF4-FFF2-40B4-BE49-F238E27FC236}">
                <a16:creationId xmlns:a16="http://schemas.microsoft.com/office/drawing/2014/main" xmlns="" id="{4124788B-26D4-40D5-ADB7-E3EFDD03A2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37897" y="6411954"/>
            <a:ext cx="1676400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50" b="0" u="sng">
                <a:solidFill>
                  <a:srgbClr val="000099"/>
                </a:solidFill>
                <a:latin typeface="+mn-lt"/>
              </a:rPr>
              <a:t>www.jasmin-infotech.com</a:t>
            </a:r>
            <a:endParaRPr lang="en-US" sz="1400" b="0" i="1">
              <a:solidFill>
                <a:srgbClr val="C14916"/>
              </a:solidFill>
              <a:latin typeface="+mn-lt"/>
            </a:endParaRPr>
          </a:p>
        </p:txBody>
      </p:sp>
      <p:sp>
        <p:nvSpPr>
          <p:cNvPr id="11" name="Slide Number Placeholder 12">
            <a:extLst>
              <a:ext uri="{FF2B5EF4-FFF2-40B4-BE49-F238E27FC236}">
                <a16:creationId xmlns:a16="http://schemas.microsoft.com/office/drawing/2014/main" xmlns="" id="{31D66A2A-A548-48C9-922B-D62471CE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0D138D3F-CC47-0FF9-D4CB-EC6B2E5ACB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25129" y="2298963"/>
            <a:ext cx="3741742" cy="12003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3E40779-73A9-914E-2480-9A29EBF05473}"/>
              </a:ext>
            </a:extLst>
          </p:cNvPr>
          <p:cNvSpPr txBox="1"/>
          <p:nvPr userDrawn="1"/>
        </p:nvSpPr>
        <p:spPr>
          <a:xfrm>
            <a:off x="4963435" y="3499292"/>
            <a:ext cx="2425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dirty="0">
                <a:solidFill>
                  <a:srgbClr val="000000"/>
                </a:solidFill>
                <a:effectLst/>
              </a:rPr>
              <a:t>Helping you innovate</a:t>
            </a:r>
            <a:endParaRPr lang="en-IN" sz="2000" b="1" i="1" dirty="0"/>
          </a:p>
        </p:txBody>
      </p:sp>
      <p:pic>
        <p:nvPicPr>
          <p:cNvPr id="4" name="Picture 3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xmlns="" id="{FE7E01E8-D30E-15CC-EEBD-2C36403598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054" y="247217"/>
            <a:ext cx="2197891" cy="177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286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68088"/>
            <a:ext cx="11335108" cy="508826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xmlns="" id="{BB4F4F2C-6052-4C5E-8666-50B26C34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28026290-33FD-442D-B8F4-AA106F7AFECA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AD7D019D-615E-477C-9081-4003E46BBA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6B8B8F03-C00E-48FD-AE30-ACE3CA0240CF}"/>
              </a:ext>
            </a:extLst>
          </p:cNvPr>
          <p:cNvSpPr txBox="1"/>
          <p:nvPr userDrawn="1"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>
                <a:solidFill>
                  <a:srgbClr val="010086"/>
                </a:solidFill>
                <a:latin typeface="Century Gothic" panose="020B0502020202020204" pitchFamily="34" charset="0"/>
              </a:rPr>
              <a:t>Document history</a:t>
            </a:r>
            <a:endParaRPr lang="en-IN" sz="2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546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B4D500-044D-4F8A-9311-1D19A1E0D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719262"/>
          </a:xfrm>
        </p:spPr>
        <p:txBody>
          <a:bodyPr anchor="b">
            <a:normAutofit/>
          </a:bodyPr>
          <a:lstStyle>
            <a:lvl1pPr>
              <a:defRPr sz="2800">
                <a:latin typeface="Century Gothic" panose="020B0502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4A8A540-5472-4C45-9471-5968D6BC4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839370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xmlns="" id="{470DE521-D3F7-4AC9-95DC-EFEFD3DE85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xmlns="" id="{4B1DF27C-CA9A-40E8-A56A-2B7A4035C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 I Shared under NDA</a:t>
            </a:r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61B7E32C-6A60-4344-8FB2-6251996B6247}"/>
              </a:ext>
            </a:extLst>
          </p:cNvPr>
          <p:cNvCxnSpPr>
            <a:cxnSpLocks/>
          </p:cNvCxnSpPr>
          <p:nvPr userDrawn="1"/>
        </p:nvCxnSpPr>
        <p:spPr>
          <a:xfrm>
            <a:off x="838200" y="3455687"/>
            <a:ext cx="11353800" cy="0"/>
          </a:xfrm>
          <a:prstGeom prst="line">
            <a:avLst/>
          </a:prstGeom>
          <a:ln w="3810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E39106E4-29D0-496D-9A43-CB891643C286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xmlns="" id="{A42DA796-DA88-4A79-99C5-26352F67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B906B2E-F395-462F-BCAA-5B24E2A416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04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18996"/>
            <a:ext cx="11335108" cy="513735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D86C6A39-B8E4-4532-96D5-5915685A7FB5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xmlns="" id="{3EE4CF6D-F48F-4791-83CA-3DB99D72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89C2C37E-1BD9-4EA1-880A-134343D0CA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56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6" y="1310522"/>
            <a:ext cx="5647424" cy="504582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DC49C9CF-5B99-4CA1-BA59-9B7CCDC6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3733A8E9-BBE7-4DE2-90F0-B2F1E9E74246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AA85F8C5-0F17-4B54-966D-E64505CB7F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B0671208-5BEA-40D8-A25A-CD1E84DC4EE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310522"/>
            <a:ext cx="5647424" cy="504582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379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xmlns="" id="{35B1BB6A-62CB-411F-8E6F-CE29E323FDD6}"/>
              </a:ext>
            </a:extLst>
          </p:cNvPr>
          <p:cNvSpPr txBox="1">
            <a:spLocks/>
          </p:cNvSpPr>
          <p:nvPr userDrawn="1"/>
        </p:nvSpPr>
        <p:spPr>
          <a:xfrm>
            <a:off x="4917287" y="5337469"/>
            <a:ext cx="6094602" cy="885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50">
                <a:solidFill>
                  <a:schemeClr val="accent2"/>
                </a:solidFill>
              </a:rPr>
              <a:t>THANK YOU!</a:t>
            </a:r>
            <a:endParaRPr lang="en-IN" sz="4050">
              <a:solidFill>
                <a:schemeClr val="accent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7D780C04-86F0-48AA-880D-9780441582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7128" y="2485236"/>
            <a:ext cx="3467080" cy="1112219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2F3AA549-D622-4A21-9ECE-DB969E0703AF}"/>
              </a:ext>
            </a:extLst>
          </p:cNvPr>
          <p:cNvSpPr/>
          <p:nvPr userDrawn="1"/>
        </p:nvSpPr>
        <p:spPr>
          <a:xfrm>
            <a:off x="11144304" y="4221882"/>
            <a:ext cx="209496" cy="209496"/>
          </a:xfrm>
          <a:custGeom>
            <a:avLst/>
            <a:gdLst>
              <a:gd name="connsiteX0" fmla="*/ 101580 w 279328"/>
              <a:gd name="connsiteY0" fmla="*/ 209496 h 279328"/>
              <a:gd name="connsiteX1" fmla="*/ 107916 w 279328"/>
              <a:gd name="connsiteY1" fmla="*/ 215846 h 279328"/>
              <a:gd name="connsiteX2" fmla="*/ 106067 w 279328"/>
              <a:gd name="connsiteY2" fmla="*/ 220333 h 279328"/>
              <a:gd name="connsiteX3" fmla="*/ 87018 w 279328"/>
              <a:gd name="connsiteY3" fmla="*/ 239382 h 279328"/>
              <a:gd name="connsiteX4" fmla="*/ 82531 w 279328"/>
              <a:gd name="connsiteY4" fmla="*/ 241244 h 279328"/>
              <a:gd name="connsiteX5" fmla="*/ 76182 w 279328"/>
              <a:gd name="connsiteY5" fmla="*/ 234894 h 279328"/>
              <a:gd name="connsiteX6" fmla="*/ 78044 w 279328"/>
              <a:gd name="connsiteY6" fmla="*/ 230407 h 279328"/>
              <a:gd name="connsiteX7" fmla="*/ 97079 w 279328"/>
              <a:gd name="connsiteY7" fmla="*/ 211358 h 279328"/>
              <a:gd name="connsiteX8" fmla="*/ 101580 w 279328"/>
              <a:gd name="connsiteY8" fmla="*/ 209496 h 279328"/>
              <a:gd name="connsiteX9" fmla="*/ 95230 w 279328"/>
              <a:gd name="connsiteY9" fmla="*/ 177748 h 279328"/>
              <a:gd name="connsiteX10" fmla="*/ 101580 w 279328"/>
              <a:gd name="connsiteY10" fmla="*/ 184111 h 279328"/>
              <a:gd name="connsiteX11" fmla="*/ 99718 w 279328"/>
              <a:gd name="connsiteY11" fmla="*/ 188585 h 279328"/>
              <a:gd name="connsiteX12" fmla="*/ 36235 w 279328"/>
              <a:gd name="connsiteY12" fmla="*/ 252081 h 279328"/>
              <a:gd name="connsiteX13" fmla="*/ 31748 w 279328"/>
              <a:gd name="connsiteY13" fmla="*/ 253930 h 279328"/>
              <a:gd name="connsiteX14" fmla="*/ 25398 w 279328"/>
              <a:gd name="connsiteY14" fmla="*/ 247580 h 279328"/>
              <a:gd name="connsiteX15" fmla="*/ 27247 w 279328"/>
              <a:gd name="connsiteY15" fmla="*/ 243093 h 279328"/>
              <a:gd name="connsiteX16" fmla="*/ 90743 w 279328"/>
              <a:gd name="connsiteY16" fmla="*/ 179611 h 279328"/>
              <a:gd name="connsiteX17" fmla="*/ 95230 w 279328"/>
              <a:gd name="connsiteY17" fmla="*/ 177748 h 279328"/>
              <a:gd name="connsiteX18" fmla="*/ 63483 w 279328"/>
              <a:gd name="connsiteY18" fmla="*/ 171412 h 279328"/>
              <a:gd name="connsiteX19" fmla="*/ 69833 w 279328"/>
              <a:gd name="connsiteY19" fmla="*/ 177748 h 279328"/>
              <a:gd name="connsiteX20" fmla="*/ 67971 w 279328"/>
              <a:gd name="connsiteY20" fmla="*/ 182249 h 279328"/>
              <a:gd name="connsiteX21" fmla="*/ 61621 w 279328"/>
              <a:gd name="connsiteY21" fmla="*/ 188585 h 279328"/>
              <a:gd name="connsiteX22" fmla="*/ 57134 w 279328"/>
              <a:gd name="connsiteY22" fmla="*/ 190448 h 279328"/>
              <a:gd name="connsiteX23" fmla="*/ 50784 w 279328"/>
              <a:gd name="connsiteY23" fmla="*/ 184111 h 279328"/>
              <a:gd name="connsiteX24" fmla="*/ 52647 w 279328"/>
              <a:gd name="connsiteY24" fmla="*/ 179611 h 279328"/>
              <a:gd name="connsiteX25" fmla="*/ 58996 w 279328"/>
              <a:gd name="connsiteY25" fmla="*/ 173261 h 279328"/>
              <a:gd name="connsiteX26" fmla="*/ 63483 w 279328"/>
              <a:gd name="connsiteY26" fmla="*/ 171412 h 279328"/>
              <a:gd name="connsiteX27" fmla="*/ 254176 w 279328"/>
              <a:gd name="connsiteY27" fmla="*/ 34140 h 279328"/>
              <a:gd name="connsiteX28" fmla="*/ 121728 w 279328"/>
              <a:gd name="connsiteY28" fmla="*/ 166588 h 279328"/>
              <a:gd name="connsiteX29" fmla="*/ 158816 w 279328"/>
              <a:gd name="connsiteY29" fmla="*/ 256646 h 279328"/>
              <a:gd name="connsiteX30" fmla="*/ 254176 w 279328"/>
              <a:gd name="connsiteY30" fmla="*/ 34140 h 279328"/>
              <a:gd name="connsiteX31" fmla="*/ 245188 w 279328"/>
              <a:gd name="connsiteY31" fmla="*/ 25153 h 279328"/>
              <a:gd name="connsiteX32" fmla="*/ 22695 w 279328"/>
              <a:gd name="connsiteY32" fmla="*/ 120525 h 279328"/>
              <a:gd name="connsiteX33" fmla="*/ 112753 w 279328"/>
              <a:gd name="connsiteY33" fmla="*/ 157601 h 279328"/>
              <a:gd name="connsiteX34" fmla="*/ 272978 w 279328"/>
              <a:gd name="connsiteY34" fmla="*/ 0 h 279328"/>
              <a:gd name="connsiteX35" fmla="*/ 279328 w 279328"/>
              <a:gd name="connsiteY35" fmla="*/ 6350 h 279328"/>
              <a:gd name="connsiteX36" fmla="*/ 278643 w 279328"/>
              <a:gd name="connsiteY36" fmla="*/ 9039 h 279328"/>
              <a:gd name="connsiteX37" fmla="*/ 278720 w 279328"/>
              <a:gd name="connsiteY37" fmla="*/ 9078 h 279328"/>
              <a:gd name="connsiteX38" fmla="*/ 164558 w 279328"/>
              <a:gd name="connsiteY38" fmla="*/ 275423 h 279328"/>
              <a:gd name="connsiteX39" fmla="*/ 164532 w 279328"/>
              <a:gd name="connsiteY39" fmla="*/ 275487 h 279328"/>
              <a:gd name="connsiteX40" fmla="*/ 164441 w 279328"/>
              <a:gd name="connsiteY40" fmla="*/ 275707 h 279328"/>
              <a:gd name="connsiteX41" fmla="*/ 164403 w 279328"/>
              <a:gd name="connsiteY41" fmla="*/ 275694 h 279328"/>
              <a:gd name="connsiteX42" fmla="*/ 158713 w 279328"/>
              <a:gd name="connsiteY42" fmla="*/ 279328 h 279328"/>
              <a:gd name="connsiteX43" fmla="*/ 152712 w 279328"/>
              <a:gd name="connsiteY43" fmla="*/ 274737 h 279328"/>
              <a:gd name="connsiteX44" fmla="*/ 152609 w 279328"/>
              <a:gd name="connsiteY44" fmla="*/ 274776 h 279328"/>
              <a:gd name="connsiteX45" fmla="*/ 109429 w 279328"/>
              <a:gd name="connsiteY45" fmla="*/ 169899 h 279328"/>
              <a:gd name="connsiteX46" fmla="*/ 4565 w 279328"/>
              <a:gd name="connsiteY46" fmla="*/ 126719 h 279328"/>
              <a:gd name="connsiteX47" fmla="*/ 4591 w 279328"/>
              <a:gd name="connsiteY47" fmla="*/ 126616 h 279328"/>
              <a:gd name="connsiteX48" fmla="*/ 0 w 279328"/>
              <a:gd name="connsiteY48" fmla="*/ 120615 h 279328"/>
              <a:gd name="connsiteX49" fmla="*/ 3634 w 279328"/>
              <a:gd name="connsiteY49" fmla="*/ 114925 h 279328"/>
              <a:gd name="connsiteX50" fmla="*/ 3621 w 279328"/>
              <a:gd name="connsiteY50" fmla="*/ 114900 h 279328"/>
              <a:gd name="connsiteX51" fmla="*/ 3841 w 279328"/>
              <a:gd name="connsiteY51" fmla="*/ 114796 h 279328"/>
              <a:gd name="connsiteX52" fmla="*/ 3905 w 279328"/>
              <a:gd name="connsiteY52" fmla="*/ 114770 h 279328"/>
              <a:gd name="connsiteX53" fmla="*/ 270250 w 279328"/>
              <a:gd name="connsiteY53" fmla="*/ 621 h 279328"/>
              <a:gd name="connsiteX54" fmla="*/ 270276 w 279328"/>
              <a:gd name="connsiteY54" fmla="*/ 673 h 279328"/>
              <a:gd name="connsiteX55" fmla="*/ 272978 w 279328"/>
              <a:gd name="connsiteY55" fmla="*/ 0 h 279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79328" h="279328">
                <a:moveTo>
                  <a:pt x="101580" y="209496"/>
                </a:moveTo>
                <a:cubicBezTo>
                  <a:pt x="105084" y="209496"/>
                  <a:pt x="107916" y="212341"/>
                  <a:pt x="107916" y="215846"/>
                </a:cubicBezTo>
                <a:cubicBezTo>
                  <a:pt x="107916" y="217604"/>
                  <a:pt x="107218" y="219195"/>
                  <a:pt x="106067" y="220333"/>
                </a:cubicBezTo>
                <a:lnTo>
                  <a:pt x="87018" y="239382"/>
                </a:lnTo>
                <a:cubicBezTo>
                  <a:pt x="85867" y="240533"/>
                  <a:pt x="84277" y="241244"/>
                  <a:pt x="82531" y="241244"/>
                </a:cubicBezTo>
                <a:cubicBezTo>
                  <a:pt x="79027" y="241244"/>
                  <a:pt x="76182" y="238399"/>
                  <a:pt x="76182" y="234894"/>
                </a:cubicBezTo>
                <a:cubicBezTo>
                  <a:pt x="76182" y="233148"/>
                  <a:pt x="76893" y="231545"/>
                  <a:pt x="78044" y="230407"/>
                </a:cubicBezTo>
                <a:lnTo>
                  <a:pt x="97079" y="211358"/>
                </a:lnTo>
                <a:cubicBezTo>
                  <a:pt x="98230" y="210207"/>
                  <a:pt x="99821" y="209496"/>
                  <a:pt x="101580" y="209496"/>
                </a:cubicBezTo>
                <a:close/>
                <a:moveTo>
                  <a:pt x="95230" y="177748"/>
                </a:moveTo>
                <a:cubicBezTo>
                  <a:pt x="98735" y="177748"/>
                  <a:pt x="101580" y="180606"/>
                  <a:pt x="101580" y="184111"/>
                </a:cubicBezTo>
                <a:cubicBezTo>
                  <a:pt x="101580" y="185857"/>
                  <a:pt x="100868" y="187447"/>
                  <a:pt x="99718" y="188585"/>
                </a:cubicBezTo>
                <a:lnTo>
                  <a:pt x="36235" y="252081"/>
                </a:lnTo>
                <a:cubicBezTo>
                  <a:pt x="35084" y="253232"/>
                  <a:pt x="33493" y="253930"/>
                  <a:pt x="31748" y="253930"/>
                </a:cubicBezTo>
                <a:cubicBezTo>
                  <a:pt x="28243" y="253930"/>
                  <a:pt x="25398" y="251098"/>
                  <a:pt x="25398" y="247580"/>
                </a:cubicBezTo>
                <a:cubicBezTo>
                  <a:pt x="25398" y="245848"/>
                  <a:pt x="26109" y="244257"/>
                  <a:pt x="27247" y="243093"/>
                </a:cubicBezTo>
                <a:lnTo>
                  <a:pt x="90743" y="179611"/>
                </a:lnTo>
                <a:cubicBezTo>
                  <a:pt x="91881" y="178473"/>
                  <a:pt x="93471" y="177748"/>
                  <a:pt x="95230" y="177748"/>
                </a:cubicBezTo>
                <a:close/>
                <a:moveTo>
                  <a:pt x="63483" y="171412"/>
                </a:moveTo>
                <a:cubicBezTo>
                  <a:pt x="66988" y="171412"/>
                  <a:pt x="69833" y="174257"/>
                  <a:pt x="69833" y="177748"/>
                </a:cubicBezTo>
                <a:cubicBezTo>
                  <a:pt x="69833" y="179507"/>
                  <a:pt x="69122" y="181098"/>
                  <a:pt x="67971" y="182249"/>
                </a:cubicBezTo>
                <a:lnTo>
                  <a:pt x="61621" y="188585"/>
                </a:lnTo>
                <a:cubicBezTo>
                  <a:pt x="60470" y="189749"/>
                  <a:pt x="58893" y="190448"/>
                  <a:pt x="57134" y="190448"/>
                </a:cubicBezTo>
                <a:cubicBezTo>
                  <a:pt x="53629" y="190448"/>
                  <a:pt x="50784" y="187603"/>
                  <a:pt x="50784" y="184111"/>
                </a:cubicBezTo>
                <a:cubicBezTo>
                  <a:pt x="50784" y="182352"/>
                  <a:pt x="51496" y="180774"/>
                  <a:pt x="52647" y="179611"/>
                </a:cubicBezTo>
                <a:lnTo>
                  <a:pt x="58996" y="173261"/>
                </a:lnTo>
                <a:cubicBezTo>
                  <a:pt x="60147" y="172123"/>
                  <a:pt x="61738" y="171412"/>
                  <a:pt x="63483" y="171412"/>
                </a:cubicBezTo>
                <a:close/>
                <a:moveTo>
                  <a:pt x="254176" y="34140"/>
                </a:moveTo>
                <a:lnTo>
                  <a:pt x="121728" y="166588"/>
                </a:lnTo>
                <a:lnTo>
                  <a:pt x="158816" y="256646"/>
                </a:lnTo>
                <a:cubicBezTo>
                  <a:pt x="158816" y="256646"/>
                  <a:pt x="254176" y="34140"/>
                  <a:pt x="254176" y="34140"/>
                </a:cubicBezTo>
                <a:close/>
                <a:moveTo>
                  <a:pt x="245188" y="25153"/>
                </a:moveTo>
                <a:lnTo>
                  <a:pt x="22695" y="120525"/>
                </a:lnTo>
                <a:cubicBezTo>
                  <a:pt x="22695" y="120525"/>
                  <a:pt x="112753" y="157601"/>
                  <a:pt x="112753" y="157601"/>
                </a:cubicBezTo>
                <a:close/>
                <a:moveTo>
                  <a:pt x="272978" y="0"/>
                </a:moveTo>
                <a:cubicBezTo>
                  <a:pt x="276483" y="0"/>
                  <a:pt x="279328" y="2845"/>
                  <a:pt x="279328" y="6350"/>
                </a:cubicBezTo>
                <a:cubicBezTo>
                  <a:pt x="279328" y="7332"/>
                  <a:pt x="279043" y="8225"/>
                  <a:pt x="278643" y="9039"/>
                </a:cubicBezTo>
                <a:lnTo>
                  <a:pt x="278720" y="9078"/>
                </a:lnTo>
                <a:lnTo>
                  <a:pt x="164558" y="275423"/>
                </a:lnTo>
                <a:cubicBezTo>
                  <a:pt x="164558" y="275449"/>
                  <a:pt x="164545" y="275462"/>
                  <a:pt x="164532" y="275487"/>
                </a:cubicBezTo>
                <a:lnTo>
                  <a:pt x="164441" y="275707"/>
                </a:lnTo>
                <a:lnTo>
                  <a:pt x="164403" y="275694"/>
                </a:lnTo>
                <a:cubicBezTo>
                  <a:pt x="163381" y="277828"/>
                  <a:pt x="161234" y="279328"/>
                  <a:pt x="158713" y="279328"/>
                </a:cubicBezTo>
                <a:cubicBezTo>
                  <a:pt x="155829" y="279328"/>
                  <a:pt x="153488" y="277375"/>
                  <a:pt x="152712" y="274737"/>
                </a:cubicBezTo>
                <a:lnTo>
                  <a:pt x="152609" y="274776"/>
                </a:lnTo>
                <a:lnTo>
                  <a:pt x="109429" y="169899"/>
                </a:lnTo>
                <a:lnTo>
                  <a:pt x="4565" y="126719"/>
                </a:lnTo>
                <a:lnTo>
                  <a:pt x="4591" y="126616"/>
                </a:lnTo>
                <a:cubicBezTo>
                  <a:pt x="1953" y="125840"/>
                  <a:pt x="0" y="123499"/>
                  <a:pt x="0" y="120615"/>
                </a:cubicBezTo>
                <a:cubicBezTo>
                  <a:pt x="0" y="118094"/>
                  <a:pt x="1500" y="115960"/>
                  <a:pt x="3634" y="114925"/>
                </a:cubicBezTo>
                <a:lnTo>
                  <a:pt x="3621" y="114900"/>
                </a:lnTo>
                <a:lnTo>
                  <a:pt x="3841" y="114796"/>
                </a:lnTo>
                <a:cubicBezTo>
                  <a:pt x="3867" y="114783"/>
                  <a:pt x="3892" y="114770"/>
                  <a:pt x="3905" y="114770"/>
                </a:cubicBezTo>
                <a:lnTo>
                  <a:pt x="270250" y="621"/>
                </a:lnTo>
                <a:lnTo>
                  <a:pt x="270276" y="673"/>
                </a:lnTo>
                <a:cubicBezTo>
                  <a:pt x="271103" y="259"/>
                  <a:pt x="272009" y="0"/>
                  <a:pt x="272978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9A92232A-8606-49DF-8121-568064219514}"/>
              </a:ext>
            </a:extLst>
          </p:cNvPr>
          <p:cNvSpPr/>
          <p:nvPr userDrawn="1"/>
        </p:nvSpPr>
        <p:spPr>
          <a:xfrm>
            <a:off x="11144304" y="4561631"/>
            <a:ext cx="209496" cy="190451"/>
          </a:xfrm>
          <a:custGeom>
            <a:avLst/>
            <a:gdLst>
              <a:gd name="connsiteX0" fmla="*/ 101580 w 279328"/>
              <a:gd name="connsiteY0" fmla="*/ 76181 h 253935"/>
              <a:gd name="connsiteX1" fmla="*/ 12699 w 279328"/>
              <a:gd name="connsiteY1" fmla="*/ 149187 h 253935"/>
              <a:gd name="connsiteX2" fmla="*/ 39300 w 279328"/>
              <a:gd name="connsiteY2" fmla="*/ 201126 h 253935"/>
              <a:gd name="connsiteX3" fmla="*/ 43516 w 279328"/>
              <a:gd name="connsiteY3" fmla="*/ 214469 h 253935"/>
              <a:gd name="connsiteX4" fmla="*/ 38239 w 279328"/>
              <a:gd name="connsiteY4" fmla="*/ 232950 h 253935"/>
              <a:gd name="connsiteX5" fmla="*/ 71423 w 279328"/>
              <a:gd name="connsiteY5" fmla="*/ 220183 h 253935"/>
              <a:gd name="connsiteX6" fmla="*/ 75988 w 279328"/>
              <a:gd name="connsiteY6" fmla="*/ 219348 h 253935"/>
              <a:gd name="connsiteX7" fmla="*/ 78703 w 279328"/>
              <a:gd name="connsiteY7" fmla="*/ 219642 h 253935"/>
              <a:gd name="connsiteX8" fmla="*/ 101580 w 279328"/>
              <a:gd name="connsiteY8" fmla="*/ 222193 h 253935"/>
              <a:gd name="connsiteX9" fmla="*/ 190447 w 279328"/>
              <a:gd name="connsiteY9" fmla="*/ 149187 h 253935"/>
              <a:gd name="connsiteX10" fmla="*/ 101580 w 279328"/>
              <a:gd name="connsiteY10" fmla="*/ 76181 h 253935"/>
              <a:gd name="connsiteX11" fmla="*/ 101580 w 279328"/>
              <a:gd name="connsiteY11" fmla="*/ 63484 h 253935"/>
              <a:gd name="connsiteX12" fmla="*/ 203146 w 279328"/>
              <a:gd name="connsiteY12" fmla="*/ 149187 h 253935"/>
              <a:gd name="connsiteX13" fmla="*/ 101580 w 279328"/>
              <a:gd name="connsiteY13" fmla="*/ 234890 h 253935"/>
              <a:gd name="connsiteX14" fmla="*/ 75988 w 279328"/>
              <a:gd name="connsiteY14" fmla="*/ 232045 h 253935"/>
              <a:gd name="connsiteX15" fmla="*/ 19049 w 279328"/>
              <a:gd name="connsiteY15" fmla="*/ 253935 h 253935"/>
              <a:gd name="connsiteX16" fmla="*/ 31321 w 279328"/>
              <a:gd name="connsiteY16" fmla="*/ 210990 h 253935"/>
              <a:gd name="connsiteX17" fmla="*/ 0 w 279328"/>
              <a:gd name="connsiteY17" fmla="*/ 149187 h 253935"/>
              <a:gd name="connsiteX18" fmla="*/ 101580 w 279328"/>
              <a:gd name="connsiteY18" fmla="*/ 63484 h 253935"/>
              <a:gd name="connsiteX19" fmla="*/ 177748 w 279328"/>
              <a:gd name="connsiteY19" fmla="*/ 0 h 253935"/>
              <a:gd name="connsiteX20" fmla="*/ 279328 w 279328"/>
              <a:gd name="connsiteY20" fmla="*/ 85703 h 253935"/>
              <a:gd name="connsiteX21" fmla="*/ 248007 w 279328"/>
              <a:gd name="connsiteY21" fmla="*/ 147506 h 253935"/>
              <a:gd name="connsiteX22" fmla="*/ 260279 w 279328"/>
              <a:gd name="connsiteY22" fmla="*/ 190451 h 253935"/>
              <a:gd name="connsiteX23" fmla="*/ 212225 w 279328"/>
              <a:gd name="connsiteY23" fmla="*/ 171971 h 253935"/>
              <a:gd name="connsiteX24" fmla="*/ 214837 w 279328"/>
              <a:gd name="connsiteY24" fmla="*/ 159368 h 253935"/>
              <a:gd name="connsiteX25" fmla="*/ 241089 w 279328"/>
              <a:gd name="connsiteY25" fmla="*/ 169466 h 253935"/>
              <a:gd name="connsiteX26" fmla="*/ 235799 w 279328"/>
              <a:gd name="connsiteY26" fmla="*/ 150986 h 253935"/>
              <a:gd name="connsiteX27" fmla="*/ 240028 w 279328"/>
              <a:gd name="connsiteY27" fmla="*/ 137631 h 253935"/>
              <a:gd name="connsiteX28" fmla="*/ 266629 w 279328"/>
              <a:gd name="connsiteY28" fmla="*/ 85703 h 253935"/>
              <a:gd name="connsiteX29" fmla="*/ 177748 w 279328"/>
              <a:gd name="connsiteY29" fmla="*/ 12697 h 253935"/>
              <a:gd name="connsiteX30" fmla="*/ 99679 w 279328"/>
              <a:gd name="connsiteY30" fmla="*/ 50858 h 253935"/>
              <a:gd name="connsiteX31" fmla="*/ 84380 w 279328"/>
              <a:gd name="connsiteY31" fmla="*/ 51986 h 253935"/>
              <a:gd name="connsiteX32" fmla="*/ 177748 w 279328"/>
              <a:gd name="connsiteY32" fmla="*/ 0 h 25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79328" h="253935">
                <a:moveTo>
                  <a:pt x="101580" y="76181"/>
                </a:moveTo>
                <a:cubicBezTo>
                  <a:pt x="52568" y="76181"/>
                  <a:pt x="12699" y="108934"/>
                  <a:pt x="12699" y="149187"/>
                </a:cubicBezTo>
                <a:cubicBezTo>
                  <a:pt x="12699" y="168796"/>
                  <a:pt x="22139" y="187230"/>
                  <a:pt x="39300" y="201126"/>
                </a:cubicBezTo>
                <a:cubicBezTo>
                  <a:pt x="43257" y="204324"/>
                  <a:pt x="44925" y="209579"/>
                  <a:pt x="43516" y="214469"/>
                </a:cubicBezTo>
                <a:lnTo>
                  <a:pt x="38239" y="232950"/>
                </a:lnTo>
                <a:lnTo>
                  <a:pt x="71423" y="220183"/>
                </a:lnTo>
                <a:cubicBezTo>
                  <a:pt x="72884" y="219630"/>
                  <a:pt x="74436" y="219348"/>
                  <a:pt x="75988" y="219348"/>
                </a:cubicBezTo>
                <a:cubicBezTo>
                  <a:pt x="76893" y="219348"/>
                  <a:pt x="77811" y="219442"/>
                  <a:pt x="78703" y="219642"/>
                </a:cubicBezTo>
                <a:cubicBezTo>
                  <a:pt x="86437" y="221335"/>
                  <a:pt x="94131" y="222193"/>
                  <a:pt x="101580" y="222193"/>
                </a:cubicBezTo>
                <a:cubicBezTo>
                  <a:pt x="150578" y="222193"/>
                  <a:pt x="190447" y="189440"/>
                  <a:pt x="190447" y="149187"/>
                </a:cubicBezTo>
                <a:cubicBezTo>
                  <a:pt x="190447" y="108934"/>
                  <a:pt x="150578" y="76181"/>
                  <a:pt x="101580" y="76181"/>
                </a:cubicBezTo>
                <a:close/>
                <a:moveTo>
                  <a:pt x="101580" y="63484"/>
                </a:moveTo>
                <a:cubicBezTo>
                  <a:pt x="157665" y="63484"/>
                  <a:pt x="203146" y="101856"/>
                  <a:pt x="203146" y="149187"/>
                </a:cubicBezTo>
                <a:cubicBezTo>
                  <a:pt x="203146" y="196518"/>
                  <a:pt x="157665" y="234890"/>
                  <a:pt x="101580" y="234890"/>
                </a:cubicBezTo>
                <a:cubicBezTo>
                  <a:pt x="92708" y="234890"/>
                  <a:pt x="84173" y="233844"/>
                  <a:pt x="75988" y="232045"/>
                </a:cubicBezTo>
                <a:lnTo>
                  <a:pt x="19049" y="253935"/>
                </a:lnTo>
                <a:lnTo>
                  <a:pt x="31321" y="210990"/>
                </a:lnTo>
                <a:cubicBezTo>
                  <a:pt x="12052" y="195389"/>
                  <a:pt x="0" y="173499"/>
                  <a:pt x="0" y="149187"/>
                </a:cubicBezTo>
                <a:cubicBezTo>
                  <a:pt x="0" y="101856"/>
                  <a:pt x="45481" y="63484"/>
                  <a:pt x="101580" y="63484"/>
                </a:cubicBezTo>
                <a:close/>
                <a:moveTo>
                  <a:pt x="177748" y="0"/>
                </a:moveTo>
                <a:cubicBezTo>
                  <a:pt x="233860" y="0"/>
                  <a:pt x="279328" y="38373"/>
                  <a:pt x="279328" y="85703"/>
                </a:cubicBezTo>
                <a:cubicBezTo>
                  <a:pt x="279328" y="110015"/>
                  <a:pt x="267288" y="131905"/>
                  <a:pt x="248007" y="147506"/>
                </a:cubicBezTo>
                <a:lnTo>
                  <a:pt x="260279" y="190451"/>
                </a:lnTo>
                <a:lnTo>
                  <a:pt x="212225" y="171971"/>
                </a:lnTo>
                <a:cubicBezTo>
                  <a:pt x="213376" y="167856"/>
                  <a:pt x="214320" y="163671"/>
                  <a:pt x="214837" y="159368"/>
                </a:cubicBezTo>
                <a:lnTo>
                  <a:pt x="241089" y="169466"/>
                </a:lnTo>
                <a:lnTo>
                  <a:pt x="235799" y="150986"/>
                </a:lnTo>
                <a:cubicBezTo>
                  <a:pt x="234403" y="146107"/>
                  <a:pt x="236071" y="140840"/>
                  <a:pt x="240028" y="137631"/>
                </a:cubicBezTo>
                <a:cubicBezTo>
                  <a:pt x="257189" y="123746"/>
                  <a:pt x="266629" y="105313"/>
                  <a:pt x="266629" y="85703"/>
                </a:cubicBezTo>
                <a:cubicBezTo>
                  <a:pt x="266629" y="45450"/>
                  <a:pt x="226760" y="12697"/>
                  <a:pt x="177748" y="12697"/>
                </a:cubicBezTo>
                <a:cubicBezTo>
                  <a:pt x="144100" y="12697"/>
                  <a:pt x="114770" y="28145"/>
                  <a:pt x="99679" y="50858"/>
                </a:cubicBezTo>
                <a:cubicBezTo>
                  <a:pt x="94480" y="50928"/>
                  <a:pt x="89385" y="51340"/>
                  <a:pt x="84380" y="51986"/>
                </a:cubicBezTo>
                <a:cubicBezTo>
                  <a:pt x="99899" y="21408"/>
                  <a:pt x="135862" y="0"/>
                  <a:pt x="177748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D3832688-8F75-4834-9C99-E323FBD456F8}"/>
              </a:ext>
            </a:extLst>
          </p:cNvPr>
          <p:cNvSpPr/>
          <p:nvPr userDrawn="1"/>
        </p:nvSpPr>
        <p:spPr>
          <a:xfrm>
            <a:off x="11172873" y="4897086"/>
            <a:ext cx="152360" cy="209475"/>
          </a:xfrm>
          <a:custGeom>
            <a:avLst/>
            <a:gdLst>
              <a:gd name="connsiteX0" fmla="*/ 199640 w 203146"/>
              <a:gd name="connsiteY0" fmla="*/ 631 h 279300"/>
              <a:gd name="connsiteX1" fmla="*/ 202474 w 203146"/>
              <a:gd name="connsiteY1" fmla="*/ 9154 h 279300"/>
              <a:gd name="connsiteX2" fmla="*/ 169535 w 203146"/>
              <a:gd name="connsiteY2" fmla="*/ 41601 h 279300"/>
              <a:gd name="connsiteX3" fmla="*/ 117778 w 203146"/>
              <a:gd name="connsiteY3" fmla="*/ 37398 h 279300"/>
              <a:gd name="connsiteX4" fmla="*/ 88305 w 203146"/>
              <a:gd name="connsiteY4" fmla="*/ 34972 h 279300"/>
              <a:gd name="connsiteX5" fmla="*/ 76950 w 203146"/>
              <a:gd name="connsiteY5" fmla="*/ 51123 h 279300"/>
              <a:gd name="connsiteX6" fmla="*/ 139665 w 203146"/>
              <a:gd name="connsiteY6" fmla="*/ 120583 h 279300"/>
              <a:gd name="connsiteX7" fmla="*/ 139665 w 203146"/>
              <a:gd name="connsiteY7" fmla="*/ 209464 h 279300"/>
              <a:gd name="connsiteX8" fmla="*/ 69837 w 203146"/>
              <a:gd name="connsiteY8" fmla="*/ 279300 h 279300"/>
              <a:gd name="connsiteX9" fmla="*/ 0 w 203146"/>
              <a:gd name="connsiteY9" fmla="*/ 209464 h 279300"/>
              <a:gd name="connsiteX10" fmla="*/ 0 w 203146"/>
              <a:gd name="connsiteY10" fmla="*/ 120583 h 279300"/>
              <a:gd name="connsiteX11" fmla="*/ 64028 w 203146"/>
              <a:gd name="connsiteY11" fmla="*/ 51059 h 279300"/>
              <a:gd name="connsiteX12" fmla="*/ 81636 w 203146"/>
              <a:gd name="connsiteY12" fmla="*/ 24165 h 279300"/>
              <a:gd name="connsiteX13" fmla="*/ 123455 w 203146"/>
              <a:gd name="connsiteY13" fmla="*/ 26033 h 279300"/>
              <a:gd name="connsiteX14" fmla="*/ 191120 w 203146"/>
              <a:gd name="connsiteY14" fmla="*/ 3485 h 279300"/>
              <a:gd name="connsiteX15" fmla="*/ 199640 w 203146"/>
              <a:gd name="connsiteY15" fmla="*/ 631 h 279300"/>
              <a:gd name="connsiteX16" fmla="*/ 63480 w 203146"/>
              <a:gd name="connsiteY16" fmla="*/ 63824 h 279300"/>
              <a:gd name="connsiteX17" fmla="*/ 12696 w 203146"/>
              <a:gd name="connsiteY17" fmla="*/ 120583 h 279300"/>
              <a:gd name="connsiteX18" fmla="*/ 12696 w 203146"/>
              <a:gd name="connsiteY18" fmla="*/ 126940 h 279300"/>
              <a:gd name="connsiteX19" fmla="*/ 63480 w 203146"/>
              <a:gd name="connsiteY19" fmla="*/ 126940 h 279300"/>
              <a:gd name="connsiteX20" fmla="*/ 63480 w 203146"/>
              <a:gd name="connsiteY20" fmla="*/ 63824 h 279300"/>
              <a:gd name="connsiteX21" fmla="*/ 76185 w 203146"/>
              <a:gd name="connsiteY21" fmla="*/ 63824 h 279300"/>
              <a:gd name="connsiteX22" fmla="*/ 76185 w 203146"/>
              <a:gd name="connsiteY22" fmla="*/ 126940 h 279300"/>
              <a:gd name="connsiteX23" fmla="*/ 126969 w 203146"/>
              <a:gd name="connsiteY23" fmla="*/ 126940 h 279300"/>
              <a:gd name="connsiteX24" fmla="*/ 126969 w 203146"/>
              <a:gd name="connsiteY24" fmla="*/ 120583 h 279300"/>
              <a:gd name="connsiteX25" fmla="*/ 76185 w 203146"/>
              <a:gd name="connsiteY25" fmla="*/ 63824 h 279300"/>
              <a:gd name="connsiteX26" fmla="*/ 12696 w 203146"/>
              <a:gd name="connsiteY26" fmla="*/ 139628 h 279300"/>
              <a:gd name="connsiteX27" fmla="*/ 12696 w 203146"/>
              <a:gd name="connsiteY27" fmla="*/ 209464 h 279300"/>
              <a:gd name="connsiteX28" fmla="*/ 69837 w 203146"/>
              <a:gd name="connsiteY28" fmla="*/ 266599 h 279300"/>
              <a:gd name="connsiteX29" fmla="*/ 126969 w 203146"/>
              <a:gd name="connsiteY29" fmla="*/ 209464 h 279300"/>
              <a:gd name="connsiteX30" fmla="*/ 126969 w 203146"/>
              <a:gd name="connsiteY30" fmla="*/ 139628 h 279300"/>
              <a:gd name="connsiteX31" fmla="*/ 12696 w 203146"/>
              <a:gd name="connsiteY31" fmla="*/ 139628 h 27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03146" h="279300">
                <a:moveTo>
                  <a:pt x="199640" y="631"/>
                </a:moveTo>
                <a:cubicBezTo>
                  <a:pt x="202777" y="2214"/>
                  <a:pt x="204042" y="6015"/>
                  <a:pt x="202474" y="9154"/>
                </a:cubicBezTo>
                <a:cubicBezTo>
                  <a:pt x="195068" y="23970"/>
                  <a:pt x="184451" y="35802"/>
                  <a:pt x="169535" y="41601"/>
                </a:cubicBezTo>
                <a:cubicBezTo>
                  <a:pt x="157349" y="46349"/>
                  <a:pt x="141904" y="49450"/>
                  <a:pt x="117778" y="37398"/>
                </a:cubicBezTo>
                <a:cubicBezTo>
                  <a:pt x="103400" y="30210"/>
                  <a:pt x="97374" y="29367"/>
                  <a:pt x="88305" y="34972"/>
                </a:cubicBezTo>
                <a:cubicBezTo>
                  <a:pt x="82089" y="38812"/>
                  <a:pt x="78415" y="45143"/>
                  <a:pt x="76950" y="51123"/>
                </a:cubicBezTo>
                <a:cubicBezTo>
                  <a:pt x="112176" y="54691"/>
                  <a:pt x="139665" y="84426"/>
                  <a:pt x="139665" y="120583"/>
                </a:cubicBezTo>
                <a:lnTo>
                  <a:pt x="139665" y="209464"/>
                </a:lnTo>
                <a:cubicBezTo>
                  <a:pt x="139665" y="248034"/>
                  <a:pt x="108398" y="279300"/>
                  <a:pt x="69837" y="279300"/>
                </a:cubicBezTo>
                <a:cubicBezTo>
                  <a:pt x="31268" y="279300"/>
                  <a:pt x="0" y="248034"/>
                  <a:pt x="0" y="209464"/>
                </a:cubicBezTo>
                <a:lnTo>
                  <a:pt x="0" y="120583"/>
                </a:lnTo>
                <a:cubicBezTo>
                  <a:pt x="0" y="83985"/>
                  <a:pt x="28188" y="54004"/>
                  <a:pt x="64028" y="51059"/>
                </a:cubicBezTo>
                <a:cubicBezTo>
                  <a:pt x="65832" y="40083"/>
                  <a:pt x="72312" y="29938"/>
                  <a:pt x="81636" y="24165"/>
                </a:cubicBezTo>
                <a:cubicBezTo>
                  <a:pt x="90714" y="18573"/>
                  <a:pt x="103844" y="14966"/>
                  <a:pt x="123455" y="26033"/>
                </a:cubicBezTo>
                <a:cubicBezTo>
                  <a:pt x="157906" y="45467"/>
                  <a:pt x="176865" y="25228"/>
                  <a:pt x="191120" y="3485"/>
                </a:cubicBezTo>
                <a:cubicBezTo>
                  <a:pt x="193047" y="540"/>
                  <a:pt x="196495" y="-926"/>
                  <a:pt x="199640" y="631"/>
                </a:cubicBezTo>
                <a:close/>
                <a:moveTo>
                  <a:pt x="63480" y="63824"/>
                </a:moveTo>
                <a:cubicBezTo>
                  <a:pt x="34914" y="66990"/>
                  <a:pt x="12696" y="91185"/>
                  <a:pt x="12696" y="120583"/>
                </a:cubicBezTo>
                <a:lnTo>
                  <a:pt x="12696" y="126940"/>
                </a:lnTo>
                <a:lnTo>
                  <a:pt x="63480" y="126940"/>
                </a:lnTo>
                <a:lnTo>
                  <a:pt x="63480" y="63824"/>
                </a:lnTo>
                <a:close/>
                <a:moveTo>
                  <a:pt x="76185" y="63824"/>
                </a:moveTo>
                <a:lnTo>
                  <a:pt x="76185" y="126940"/>
                </a:lnTo>
                <a:lnTo>
                  <a:pt x="126969" y="126940"/>
                </a:lnTo>
                <a:lnTo>
                  <a:pt x="126969" y="120583"/>
                </a:lnTo>
                <a:cubicBezTo>
                  <a:pt x="126969" y="91185"/>
                  <a:pt x="104751" y="66990"/>
                  <a:pt x="76185" y="63824"/>
                </a:cubicBezTo>
                <a:close/>
                <a:moveTo>
                  <a:pt x="12696" y="139628"/>
                </a:moveTo>
                <a:lnTo>
                  <a:pt x="12696" y="209464"/>
                </a:lnTo>
                <a:cubicBezTo>
                  <a:pt x="12696" y="241029"/>
                  <a:pt x="38277" y="266599"/>
                  <a:pt x="69837" y="266599"/>
                </a:cubicBezTo>
                <a:cubicBezTo>
                  <a:pt x="101388" y="266599"/>
                  <a:pt x="126969" y="241029"/>
                  <a:pt x="126969" y="209464"/>
                </a:cubicBezTo>
                <a:cubicBezTo>
                  <a:pt x="126969" y="209464"/>
                  <a:pt x="126969" y="139628"/>
                  <a:pt x="126969" y="139628"/>
                </a:cubicBezTo>
                <a:lnTo>
                  <a:pt x="12696" y="139628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xmlns="" id="{0B91B1E4-0B05-471B-8CB4-A52807CD6972}"/>
              </a:ext>
            </a:extLst>
          </p:cNvPr>
          <p:cNvSpPr txBox="1">
            <a:spLocks/>
          </p:cNvSpPr>
          <p:nvPr userDrawn="1"/>
        </p:nvSpPr>
        <p:spPr>
          <a:xfrm>
            <a:off x="8010472" y="4069033"/>
            <a:ext cx="3001417" cy="1037528"/>
          </a:xfrm>
          <a:prstGeom prst="rect">
            <a:avLst/>
          </a:prstGeom>
        </p:spPr>
        <p:txBody>
          <a:bodyPr vert="horz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India, Germany, Japan, USA &amp; China</a:t>
            </a:r>
          </a:p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+91 44 6666 9600</a:t>
            </a:r>
          </a:p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 u="sng" dirty="0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www.jasmin-infotech.com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xmlns="" id="{A081058F-3133-4197-B807-FC6CB78CE2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5660041" cy="456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3E6B2BDD-7865-4F6F-B5D7-A4B5A52B7464}"/>
              </a:ext>
            </a:extLst>
          </p:cNvPr>
          <p:cNvSpPr/>
          <p:nvPr userDrawn="1"/>
        </p:nvSpPr>
        <p:spPr>
          <a:xfrm rot="5400000">
            <a:off x="-467508" y="4483021"/>
            <a:ext cx="1972910" cy="1037896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xmlns="" id="{F8BB3D50-38BC-132C-82A7-E5447A2A64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9253" y="195459"/>
            <a:ext cx="1855980" cy="149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99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1A1D1BC-3BF8-4FCC-BF21-07D616F2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AD11023-BBB9-4E1B-95EF-F874370A7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ABAD75D-4AC3-4D94-8260-13C2633BD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xmlns="" id="{22C2E77A-5381-4121-9A7B-139FB8F4E5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05000" y="6650257"/>
            <a:ext cx="23622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CONFIDENTIAL : JI Internal Use Only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xmlns="" id="{E25A6030-3380-4898-819C-D2BD1C7374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650257"/>
            <a:ext cx="20574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©</a:t>
            </a:r>
            <a:r>
              <a:rPr lang="en-US" sz="7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2024 </a:t>
            </a:r>
            <a:r>
              <a:rPr 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Jasmin Infotech</a:t>
            </a:r>
            <a:r>
              <a:rPr lang="en-US" sz="700" b="1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Private Limited</a:t>
            </a:r>
            <a:endParaRPr lang="en-US" sz="7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9C95BBBE-8BDA-46C2-B17F-5F1D256C0269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04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91" r:id="rId2"/>
    <p:sldLayoutId id="2147483678" r:id="rId3"/>
    <p:sldLayoutId id="2147483692" r:id="rId4"/>
    <p:sldLayoutId id="2147483674" r:id="rId5"/>
    <p:sldLayoutId id="2147483690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FE74804-7A65-49B5-A06B-DEC0F477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A91F374-12C3-45EB-99A5-33CBA53EFC64}"/>
              </a:ext>
            </a:extLst>
          </p:cNvPr>
          <p:cNvSpPr/>
          <p:nvPr/>
        </p:nvSpPr>
        <p:spPr>
          <a:xfrm>
            <a:off x="1108725" y="4657818"/>
            <a:ext cx="232092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u="sng" dirty="0">
                <a:solidFill>
                  <a:srgbClr val="000076"/>
                </a:solidFill>
              </a:rPr>
              <a:t>PPT Title</a:t>
            </a:r>
          </a:p>
          <a:p>
            <a:pPr algn="ctr"/>
            <a:r>
              <a:rPr lang="en-US" sz="1800" b="1" i="1" u="none" dirty="0">
                <a:solidFill>
                  <a:srgbClr val="000076"/>
                </a:solidFill>
              </a:rPr>
              <a:t>Author Name</a:t>
            </a:r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xmlns="" id="{605B4161-4728-4117-8888-447E2A163A4B}"/>
              </a:ext>
            </a:extLst>
          </p:cNvPr>
          <p:cNvSpPr txBox="1">
            <a:spLocks/>
          </p:cNvSpPr>
          <p:nvPr/>
        </p:nvSpPr>
        <p:spPr>
          <a:xfrm>
            <a:off x="8762351" y="4657818"/>
            <a:ext cx="2320925" cy="10906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11"/>
              </a:buClr>
            </a:pPr>
            <a:r>
              <a:rPr lang="en-US" dirty="0">
                <a:solidFill>
                  <a:srgbClr val="000000"/>
                </a:solidFill>
                <a:cs typeface="Calibri"/>
              </a:rPr>
              <a:t>Submitted to</a:t>
            </a:r>
          </a:p>
          <a:p>
            <a:pPr marL="342900" indent="-3429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11"/>
              </a:buClr>
            </a:pPr>
            <a:r>
              <a:rPr lang="en-US" dirty="0">
                <a:solidFill>
                  <a:srgbClr val="000000"/>
                </a:solidFill>
                <a:cs typeface="Calibri"/>
              </a:rPr>
              <a:t>Person Name</a:t>
            </a:r>
          </a:p>
          <a:p>
            <a:pPr marL="342900" indent="-3429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11"/>
              </a:buClr>
            </a:pPr>
            <a:r>
              <a:rPr lang="en-US" dirty="0">
                <a:solidFill>
                  <a:srgbClr val="000000"/>
                </a:solidFill>
                <a:cs typeface="Calibri"/>
              </a:rPr>
              <a:t>Company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</a:rPr>
              <a:t>Month, Year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F363DBC-5E53-43FA-9752-6560955E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2</a:t>
            </a:fld>
            <a:endParaRPr lang="en-IN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xmlns="" id="{783C755D-8F96-4D58-BB0F-4F57214EF7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0571754"/>
              </p:ext>
            </p:extLst>
          </p:nvPr>
        </p:nvGraphicFramePr>
        <p:xfrm>
          <a:off x="507521" y="1334264"/>
          <a:ext cx="1074561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512">
                  <a:extLst>
                    <a:ext uri="{9D8B030D-6E8A-4147-A177-3AD203B41FA5}">
                      <a16:colId xmlns:a16="http://schemas.microsoft.com/office/drawing/2014/main" xmlns="" val="3784382849"/>
                    </a:ext>
                  </a:extLst>
                </a:gridCol>
                <a:gridCol w="1121433">
                  <a:extLst>
                    <a:ext uri="{9D8B030D-6E8A-4147-A177-3AD203B41FA5}">
                      <a16:colId xmlns:a16="http://schemas.microsoft.com/office/drawing/2014/main" xmlns="" val="1522957039"/>
                    </a:ext>
                  </a:extLst>
                </a:gridCol>
                <a:gridCol w="1754036">
                  <a:extLst>
                    <a:ext uri="{9D8B030D-6E8A-4147-A177-3AD203B41FA5}">
                      <a16:colId xmlns:a16="http://schemas.microsoft.com/office/drawing/2014/main" xmlns="" val="2502660885"/>
                    </a:ext>
                  </a:extLst>
                </a:gridCol>
                <a:gridCol w="1797169">
                  <a:extLst>
                    <a:ext uri="{9D8B030D-6E8A-4147-A177-3AD203B41FA5}">
                      <a16:colId xmlns:a16="http://schemas.microsoft.com/office/drawing/2014/main" xmlns="" val="1428713607"/>
                    </a:ext>
                  </a:extLst>
                </a:gridCol>
                <a:gridCol w="2350785">
                  <a:extLst>
                    <a:ext uri="{9D8B030D-6E8A-4147-A177-3AD203B41FA5}">
                      <a16:colId xmlns:a16="http://schemas.microsoft.com/office/drawing/2014/main" xmlns="" val="3273731546"/>
                    </a:ext>
                  </a:extLst>
                </a:gridCol>
                <a:gridCol w="1395143">
                  <a:extLst>
                    <a:ext uri="{9D8B030D-6E8A-4147-A177-3AD203B41FA5}">
                      <a16:colId xmlns:a16="http://schemas.microsoft.com/office/drawing/2014/main" xmlns="" val="2883479211"/>
                    </a:ext>
                  </a:extLst>
                </a:gridCol>
                <a:gridCol w="1445536">
                  <a:extLst>
                    <a:ext uri="{9D8B030D-6E8A-4147-A177-3AD203B41FA5}">
                      <a16:colId xmlns:a16="http://schemas.microsoft.com/office/drawing/2014/main" xmlns="" val="319581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S.No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Ver.No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.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Author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Section(s) affected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Change(s) made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Approved date</a:t>
                      </a:r>
                      <a:r>
                        <a:rPr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 </a:t>
                      </a: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Approved by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xmlns="" val="2903188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3845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137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B3D3B8-9029-4A7B-ACA9-BEA75934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entury Gothic"/>
              </a:rPr>
              <a:t>Section Heading</a:t>
            </a:r>
            <a:endParaRPr lang="en-IN" sz="3200" dirty="0">
              <a:latin typeface="Century Gothic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1DB3E47-781D-46C3-8324-11EA2CE1A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Subheading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62A4567-AEC1-489D-AD7E-646AF5EFB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09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A1B2A28-BF34-4A5E-B05C-DDD4D416C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9843161-D0CA-4EAF-A37F-24E3C759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4847CB4-D667-4E09-A362-2DCEBD874E1A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>
                <a:solidFill>
                  <a:srgbClr val="010086"/>
                </a:solidFill>
                <a:latin typeface="Century Gothic" panose="020B0502020202020204" pitchFamily="34" charset="0"/>
              </a:rPr>
              <a:t>Heading</a:t>
            </a:r>
            <a:r>
              <a:rPr lang="en-US" sz="2800" dirty="0">
                <a:latin typeface="Century Gothic" panose="020B0502020202020204" pitchFamily="34" charset="0"/>
              </a:rPr>
              <a:t> – </a:t>
            </a:r>
            <a:r>
              <a:rPr lang="en-US" sz="2400" dirty="0">
                <a:latin typeface="Century Gothic" panose="020B0502020202020204" pitchFamily="34" charset="0"/>
              </a:rPr>
              <a:t>Subheading 1 </a:t>
            </a:r>
            <a:r>
              <a:rPr lang="en-US" sz="2000" dirty="0">
                <a:latin typeface="Century Gothic" panose="020B0502020202020204" pitchFamily="34" charset="0"/>
              </a:rPr>
              <a:t>(</a:t>
            </a:r>
            <a:r>
              <a:rPr lang="en-US" sz="2000" i="1" dirty="0">
                <a:latin typeface="Century Gothic" panose="020B0502020202020204" pitchFamily="34" charset="0"/>
              </a:rPr>
              <a:t>Sub heading 2</a:t>
            </a:r>
            <a:r>
              <a:rPr lang="en-US" sz="2000" dirty="0">
                <a:latin typeface="Century Gothic" panose="020B0502020202020204" pitchFamily="34" charset="0"/>
              </a:rPr>
              <a:t>)</a:t>
            </a:r>
            <a:endParaRPr lang="en-IN" sz="2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99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4E05D35-550E-4B12-9D5E-D17A98A54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B0C727B3-1104-400D-BE8B-41F9DA00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5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3A1AA0FE-B116-4D85-88C3-06673CDBEBC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1954377-E329-4415-8115-E98F4AFBEDD2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>
                <a:solidFill>
                  <a:srgbClr val="010086"/>
                </a:solidFill>
                <a:latin typeface="Century Gothic" panose="020B0502020202020204" pitchFamily="34" charset="0"/>
              </a:rPr>
              <a:t>Heading</a:t>
            </a:r>
            <a:r>
              <a:rPr lang="en-US" sz="2800" dirty="0">
                <a:latin typeface="Century Gothic" panose="020B0502020202020204" pitchFamily="34" charset="0"/>
              </a:rPr>
              <a:t> – </a:t>
            </a:r>
            <a:r>
              <a:rPr lang="en-US" sz="2400" dirty="0">
                <a:latin typeface="Century Gothic" panose="020B0502020202020204" pitchFamily="34" charset="0"/>
              </a:rPr>
              <a:t>Subheading 1 (</a:t>
            </a:r>
            <a:r>
              <a:rPr lang="en-US" sz="2400" i="1" dirty="0">
                <a:latin typeface="Century Gothic" panose="020B0502020202020204" pitchFamily="34" charset="0"/>
              </a:rPr>
              <a:t>Sub heading 2</a:t>
            </a:r>
            <a:r>
              <a:rPr lang="en-US" sz="2400" dirty="0">
                <a:latin typeface="Century Gothic" panose="020B0502020202020204" pitchFamily="34" charset="0"/>
              </a:rPr>
              <a:t>)</a:t>
            </a:r>
            <a:endParaRPr lang="en-IN" sz="2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008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041FD01-C0A5-41E2-8477-6E48932A11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97489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T_1017_JI_PPT_InternalUse_Template" id="{B47D5DC5-F6BE-47A9-A848-42F88D8058FA}" vid="{4A31C64C-6422-46B5-B0E6-C4CA52FAD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CD33652BA1EC4AA3AB9DE1879285AC" ma:contentTypeVersion="6" ma:contentTypeDescription="Create a new document." ma:contentTypeScope="" ma:versionID="f512d93d04be197b0847cf83aa10dc69">
  <xsd:schema xmlns:xsd="http://www.w3.org/2001/XMLSchema" xmlns:xs="http://www.w3.org/2001/XMLSchema" xmlns:p="http://schemas.microsoft.com/office/2006/metadata/properties" xmlns:ns2="060a8a9f-d048-4cae-94ae-42ad8fd36d05" xmlns:ns3="c683474e-3566-459e-a8fa-b9191d46e53e" targetNamespace="http://schemas.microsoft.com/office/2006/metadata/properties" ma:root="true" ma:fieldsID="2468039e6ea82dc6dc5f773e51d12c09" ns2:_="" ns3:_="">
    <xsd:import namespace="060a8a9f-d048-4cae-94ae-42ad8fd36d05"/>
    <xsd:import namespace="c683474e-3566-459e-a8fa-b9191d46e5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0a8a9f-d048-4cae-94ae-42ad8fd36d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83474e-3566-459e-a8fa-b9191d46e53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3B76E6-81F0-4EF7-BC2D-CE77F0178A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187D3E-E3C9-48EC-BAD4-E06D13CA9AE4}">
  <ds:schemaRefs>
    <ds:schemaRef ds:uri="57aa52b6-b85e-408e-a3c3-28bdc26b35a0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e933229d-620e-44f3-8d4c-aad19ceeb56e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1818696B-DD42-4BA3-ACD0-6A4E2762EAD9}"/>
</file>

<file path=docProps/app.xml><?xml version="1.0" encoding="utf-8"?>
<Properties xmlns="http://schemas.openxmlformats.org/officeDocument/2006/extended-properties" xmlns:vt="http://schemas.openxmlformats.org/officeDocument/2006/docPropsVTypes">
  <Template>GT_1017_JI_PPT_InternalUse_Template (2)</Template>
  <TotalTime>2</TotalTime>
  <Words>53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Roboto</vt:lpstr>
      <vt:lpstr>Times New Roman</vt:lpstr>
      <vt:lpstr>1_Office Theme</vt:lpstr>
      <vt:lpstr>PowerPoint Presentation</vt:lpstr>
      <vt:lpstr>PowerPoint Presentation</vt:lpstr>
      <vt:lpstr>Section Heading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Yamini Dhamodaran</dc:creator>
  <cp:lastModifiedBy>Yamini Dhamodaran</cp:lastModifiedBy>
  <cp:revision>1</cp:revision>
  <dcterms:created xsi:type="dcterms:W3CDTF">2024-10-01T05:11:50Z</dcterms:created>
  <dcterms:modified xsi:type="dcterms:W3CDTF">2024-10-01T05:14:07Z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0x01010077CD33652BA1EC4AA3AB9DE1879285AC</vt:lpwstr>
  </property>
</Properties>
</file>