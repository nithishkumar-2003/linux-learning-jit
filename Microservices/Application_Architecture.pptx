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29"/>
  </p:notesMasterIdLst>
  <p:sldIdLst>
    <p:sldId id="256" r:id="rId5"/>
    <p:sldId id="270" r:id="rId6"/>
    <p:sldId id="271" r:id="rId7"/>
    <p:sldId id="284" r:id="rId8"/>
    <p:sldId id="290" r:id="rId9"/>
    <p:sldId id="273" r:id="rId10"/>
    <p:sldId id="276" r:id="rId11"/>
    <p:sldId id="277" r:id="rId12"/>
    <p:sldId id="278" r:id="rId13"/>
    <p:sldId id="288" r:id="rId14"/>
    <p:sldId id="286" r:id="rId15"/>
    <p:sldId id="289" r:id="rId16"/>
    <p:sldId id="292" r:id="rId17"/>
    <p:sldId id="291" r:id="rId18"/>
    <p:sldId id="280" r:id="rId19"/>
    <p:sldId id="279" r:id="rId20"/>
    <p:sldId id="281" r:id="rId21"/>
    <p:sldId id="283" r:id="rId22"/>
    <p:sldId id="293" r:id="rId23"/>
    <p:sldId id="269" r:id="rId24"/>
    <p:sldId id="259" r:id="rId25"/>
    <p:sldId id="274" r:id="rId26"/>
    <p:sldId id="275" r:id="rId27"/>
    <p:sldId id="28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4FF162-B20D-0E9F-FF77-55307C7322A1}" name="Vishnuchandran.Ravi" initials="Vi" userId="S::vishnuchandran.ravi@jasmin-infotech.com::b7ca43b6-59a4-4780-8f6c-4c292c33d98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A7969C-8766-11C7-438F-78EC792A929D}" v="18" dt="2025-08-06T07:06:19.459"/>
    <p1510:client id="{1B9E2528-F265-0C83-E241-4F895321F2DE}" v="87" dt="2025-08-06T05:23:37.497"/>
    <p1510:client id="{1D2AD01A-92A8-F9A0-8823-83F7471C393C}" v="18" dt="2025-08-06T13:26:33.719"/>
    <p1510:client id="{1E2A2F3C-E829-3ECC-62FF-FC59FF89195E}" v="3" dt="2025-08-05T12:39:03.824"/>
    <p1510:client id="{2DBEDA0A-08CA-91CA-7428-5B466B010985}" v="43" dt="2025-08-06T13:23:16.459"/>
    <p1510:client id="{36FF3F81-9B63-A846-7BBC-39875D37B65F}" v="13" dt="2025-08-06T13:37:59.399"/>
    <p1510:client id="{4C220001-37AD-2237-A2A6-8116178D3287}" v="232" dt="2025-08-05T12:50:31.538"/>
    <p1510:client id="{4C443124-647D-C51A-035E-3A9982C1EC21}" v="586" dt="2025-08-06T06:54:08.391"/>
    <p1510:client id="{4DB13CFB-5B00-2676-B834-86EC2388F88A}" v="27" dt="2025-08-06T11:43:02.462"/>
    <p1510:client id="{50256219-5F71-AD43-D587-CAC5A29C02FE}" v="450" dt="2025-08-06T12:58:39.242"/>
    <p1510:client id="{5DA28D1F-66D0-AEA8-9D79-CDFF90370ADE}" v="1766" dt="2025-08-06T09:48:20.078"/>
    <p1510:client id="{5F72715D-3E29-F2D6-C333-E7C1727D220E}" v="424" dt="2025-08-06T12:44:25.226"/>
    <p1510:client id="{79A34ECC-2B16-D871-61B7-1E07AF7BC1D9}" v="9" dt="2025-08-06T07:14:01.325"/>
    <p1510:client id="{7A45746D-F4D6-A5AA-E4E5-8E862E28DBF6}" v="125" dt="2025-08-06T05:40:50.423"/>
    <p1510:client id="{81AB838B-8E78-1EDA-6867-D668B4494FBB}" v="16" dt="2025-08-06T13:31:05.259"/>
    <p1510:client id="{82961387-C4AF-78DF-10E3-9972137D3A72}" v="668" dt="2025-08-06T06:39:27.891"/>
    <p1510:client id="{849424E5-C0F2-50D2-C1C0-81ECBCB295C6}" v="651" dt="2025-08-05T13:40:05.283"/>
    <p1510:client id="{94703BAE-7F1D-5AAB-B36E-73DEC972B32A}" v="3" dt="2025-08-05T12:38:29.884"/>
    <p1510:client id="{9A9BA89F-652A-80A7-E74B-FAF431A593A6}" v="57" dt="2025-08-05T12:15:36.211"/>
    <p1510:client id="{9D96CC83-FFAC-78D5-11B1-D66882105502}" v="2" dt="2025-08-07T03:43:23.230"/>
    <p1510:client id="{AC98A3C9-7B6C-EFC0-156D-AB95CB618B20}" v="939" dt="2025-08-06T10:27:31.255"/>
    <p1510:client id="{AD523BDC-F6EA-C3A5-694E-D564F890E405}" v="601" dt="2025-08-06T05:37:04.475"/>
    <p1510:client id="{AD92FFAB-61F1-E764-F311-F398A92C376B}" v="775" dt="2025-08-06T08:50:12.603"/>
    <p1510:client id="{BC729DCD-FCB8-AFA5-A9DC-64AEBB0574C2}" v="53" dt="2025-08-05T12:56:16.302"/>
    <p1510:client id="{C49E56E4-D6EC-8E51-5425-43EC278B54A2}" v="76" dt="2025-08-06T04:44:09.314"/>
    <p1510:client id="{C742A649-1251-B67C-0EE3-27BBBA6233F0}" v="177" dt="2025-08-06T09:43:44.130"/>
    <p1510:client id="{CF6B2308-069E-09E2-0F8F-51134236DA61}" v="318" dt="2025-08-06T10:45:10.319"/>
    <p1510:client id="{D2E03D04-9466-DFDE-E167-AE6DD9EB0716}" v="180" dt="2025-08-05T12:08:17.159"/>
    <p1510:client id="{E2F39C10-44F4-1097-348B-53B95F4EB050}" v="9" dt="2025-08-05T12:51:21.860"/>
    <p1510:client id="{E3131C05-4EB8-48F2-AAB4-54BB0939FFA4}" v="28" dt="2025-08-07T09:20:30.636"/>
    <p1510:client id="{E681A6A4-0D31-486D-4A2E-39F015499BEE}" v="223" dt="2025-08-06T07:10:29.240"/>
    <p1510:client id="{EF1E402E-DA22-2034-29F2-B7E2A50C4471}" v="119" dt="2025-08-06T05:31:51.183"/>
    <p1510:client id="{F03C921D-74D8-2246-C042-06DA8D157729}" v="210" dt="2025-08-06T04:57:06.208"/>
    <p1510:client id="{FC8ABE60-05FC-513D-2310-099083626168}" v="14" dt="2025-08-06T11:55:45.371"/>
    <p1510:client id="{FE3492E0-CDBC-E684-85A0-7BA10FA1FD60}" v="1" dt="2025-08-07T05:39:02.4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8/10/relationships/authors" Target="authors.xml"/><Relationship Id="rId8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43EFB7-AA84-4CB7-8066-DE505DE5A7AD}" type="doc">
      <dgm:prSet loTypeId="urn:microsoft.com/office/officeart/2005/8/layout/lProcess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F155E73-76CB-4D24-AD11-9B9A077C9665}">
      <dgm:prSet phldrT="[Text]" phldr="0" custT="1"/>
      <dgm:spPr/>
      <dgm:t>
        <a:bodyPr/>
        <a:lstStyle/>
        <a:p>
          <a:pPr rtl="0"/>
          <a:r>
            <a:rPr lang="en-US" sz="1600">
              <a:latin typeface="Calibri" panose="020F0502020204030204"/>
            </a:rPr>
            <a:t>IMPROVED SCALABILITY</a:t>
          </a:r>
          <a:endParaRPr lang="en-US" sz="1600"/>
        </a:p>
      </dgm:t>
    </dgm:pt>
    <dgm:pt modelId="{4D7D5CDD-B421-4B1F-AAA9-4E9EC82FCB34}" type="parTrans" cxnId="{08247D05-800A-4D0F-BD17-9286D7CB23BB}">
      <dgm:prSet/>
      <dgm:spPr/>
      <dgm:t>
        <a:bodyPr/>
        <a:lstStyle/>
        <a:p>
          <a:endParaRPr lang="en-US"/>
        </a:p>
      </dgm:t>
    </dgm:pt>
    <dgm:pt modelId="{36A194AB-3A5F-4058-98A2-3B6544D2B6E3}" type="sibTrans" cxnId="{08247D05-800A-4D0F-BD17-9286D7CB23BB}">
      <dgm:prSet/>
      <dgm:spPr/>
      <dgm:t>
        <a:bodyPr/>
        <a:lstStyle/>
        <a:p>
          <a:endParaRPr lang="en-US"/>
        </a:p>
      </dgm:t>
    </dgm:pt>
    <dgm:pt modelId="{939B2027-81A2-496F-901C-E6190C1BA2C0}">
      <dgm:prSet phldrT="[Text]" phldr="0" custT="1"/>
      <dgm:spPr/>
      <dgm:t>
        <a:bodyPr/>
        <a:lstStyle/>
        <a:p>
          <a:pPr rtl="0"/>
          <a:r>
            <a:rPr lang="en-US" sz="1400">
              <a:latin typeface="Calibri" panose="020F0502020204030204"/>
            </a:rPr>
            <a:t>Entire</a:t>
          </a:r>
          <a:r>
            <a:rPr lang="en-US" sz="1400"/>
            <a:t> application must scale together</a:t>
          </a:r>
        </a:p>
      </dgm:t>
    </dgm:pt>
    <dgm:pt modelId="{A5B03AD3-4196-4AAF-84A5-E5B00D7B362A}" type="parTrans" cxnId="{352216A7-F0EE-4217-99AB-3AF29FC4EE24}">
      <dgm:prSet/>
      <dgm:spPr/>
      <dgm:t>
        <a:bodyPr/>
        <a:lstStyle/>
        <a:p>
          <a:endParaRPr lang="en-US"/>
        </a:p>
      </dgm:t>
    </dgm:pt>
    <dgm:pt modelId="{5FC950D7-248F-4AB5-B5C4-8864CE0DA3C5}" type="sibTrans" cxnId="{352216A7-F0EE-4217-99AB-3AF29FC4EE24}">
      <dgm:prSet/>
      <dgm:spPr/>
      <dgm:t>
        <a:bodyPr/>
        <a:lstStyle/>
        <a:p>
          <a:endParaRPr lang="en-US"/>
        </a:p>
      </dgm:t>
    </dgm:pt>
    <dgm:pt modelId="{F9E0DADD-042B-4174-893C-0B4022DD2567}">
      <dgm:prSet phldrT="[Text]" phldr="0" custT="1"/>
      <dgm:spPr/>
      <dgm:t>
        <a:bodyPr/>
        <a:lstStyle/>
        <a:p>
          <a:pPr rtl="0"/>
          <a:r>
            <a:rPr lang="en-US" sz="1400"/>
            <a:t>Scale individual components independently</a:t>
          </a:r>
        </a:p>
      </dgm:t>
    </dgm:pt>
    <dgm:pt modelId="{A6510262-E0B5-47E0-B3E8-24136FF7CC4C}" type="parTrans" cxnId="{C4E458A4-E1B0-4547-8943-81EC1171E8BA}">
      <dgm:prSet/>
      <dgm:spPr/>
      <dgm:t>
        <a:bodyPr/>
        <a:lstStyle/>
        <a:p>
          <a:endParaRPr lang="en-US"/>
        </a:p>
      </dgm:t>
    </dgm:pt>
    <dgm:pt modelId="{E5F286D6-A6F8-4497-8C34-EDDA5A065FA8}" type="sibTrans" cxnId="{C4E458A4-E1B0-4547-8943-81EC1171E8BA}">
      <dgm:prSet/>
      <dgm:spPr/>
      <dgm:t>
        <a:bodyPr/>
        <a:lstStyle/>
        <a:p>
          <a:endParaRPr lang="en-US"/>
        </a:p>
      </dgm:t>
    </dgm:pt>
    <dgm:pt modelId="{9F985964-E968-4AB1-9ED2-5D26003236BE}">
      <dgm:prSet phldrT="[Text]" phldr="0" custT="1"/>
      <dgm:spPr/>
      <dgm:t>
        <a:bodyPr/>
        <a:lstStyle/>
        <a:p>
          <a:pPr rtl="0"/>
          <a:r>
            <a:rPr lang="en-US" sz="1600">
              <a:latin typeface="Calibri" panose="020F0502020204030204"/>
            </a:rPr>
            <a:t>FASTER DEPLOYMENT</a:t>
          </a:r>
          <a:endParaRPr lang="en-US" sz="1600"/>
        </a:p>
      </dgm:t>
    </dgm:pt>
    <dgm:pt modelId="{1BD46498-D658-40BA-AA6B-7ACB8CF8E9B4}" type="parTrans" cxnId="{2A1EAEE2-F763-4F7D-8DC8-5396DD28540D}">
      <dgm:prSet/>
      <dgm:spPr/>
      <dgm:t>
        <a:bodyPr/>
        <a:lstStyle/>
        <a:p>
          <a:endParaRPr lang="en-US"/>
        </a:p>
      </dgm:t>
    </dgm:pt>
    <dgm:pt modelId="{901D4464-A359-403F-BE65-9504188DEDE1}" type="sibTrans" cxnId="{2A1EAEE2-F763-4F7D-8DC8-5396DD28540D}">
      <dgm:prSet/>
      <dgm:spPr/>
      <dgm:t>
        <a:bodyPr/>
        <a:lstStyle/>
        <a:p>
          <a:endParaRPr lang="en-US"/>
        </a:p>
      </dgm:t>
    </dgm:pt>
    <dgm:pt modelId="{3672B31E-D95D-412F-AE94-9DB036034C5A}">
      <dgm:prSet phldrT="[Text]" phldr="0" custT="1"/>
      <dgm:spPr/>
      <dgm:t>
        <a:bodyPr/>
        <a:lstStyle/>
        <a:p>
          <a:pPr rtl="0"/>
          <a:r>
            <a:rPr lang="en-US" sz="1400"/>
            <a:t>Any small change requires full redeployment</a:t>
          </a:r>
        </a:p>
      </dgm:t>
    </dgm:pt>
    <dgm:pt modelId="{5E6CE41C-C387-435C-B374-1953C6FDD0F6}" type="parTrans" cxnId="{F8E86CCD-8E4D-485A-BBDE-BB164A40A238}">
      <dgm:prSet/>
      <dgm:spPr/>
      <dgm:t>
        <a:bodyPr/>
        <a:lstStyle/>
        <a:p>
          <a:endParaRPr lang="en-US"/>
        </a:p>
      </dgm:t>
    </dgm:pt>
    <dgm:pt modelId="{C21DD93C-09EE-4707-ADA4-D3B0A19C034A}" type="sibTrans" cxnId="{F8E86CCD-8E4D-485A-BBDE-BB164A40A238}">
      <dgm:prSet/>
      <dgm:spPr/>
      <dgm:t>
        <a:bodyPr/>
        <a:lstStyle/>
        <a:p>
          <a:endParaRPr lang="en-US"/>
        </a:p>
      </dgm:t>
    </dgm:pt>
    <dgm:pt modelId="{2F91FA76-288E-4651-957F-84A2D869877E}">
      <dgm:prSet phldrT="[Text]" phldr="0" custT="1"/>
      <dgm:spPr/>
      <dgm:t>
        <a:bodyPr/>
        <a:lstStyle/>
        <a:p>
          <a:pPr rtl="0"/>
          <a:r>
            <a:rPr lang="en-US" sz="1400"/>
            <a:t>Deploy services independently with minimal downtime</a:t>
          </a:r>
        </a:p>
      </dgm:t>
    </dgm:pt>
    <dgm:pt modelId="{E5055218-8C0E-452F-89F2-8FCA30F1E14E}" type="parTrans" cxnId="{E3F63D1A-839B-4D8A-997C-13924854C503}">
      <dgm:prSet/>
      <dgm:spPr/>
      <dgm:t>
        <a:bodyPr/>
        <a:lstStyle/>
        <a:p>
          <a:endParaRPr lang="en-US"/>
        </a:p>
      </dgm:t>
    </dgm:pt>
    <dgm:pt modelId="{45560E1C-8CCA-461A-90D5-359F5348767A}" type="sibTrans" cxnId="{E3F63D1A-839B-4D8A-997C-13924854C503}">
      <dgm:prSet/>
      <dgm:spPr/>
      <dgm:t>
        <a:bodyPr/>
        <a:lstStyle/>
        <a:p>
          <a:endParaRPr lang="en-US"/>
        </a:p>
      </dgm:t>
    </dgm:pt>
    <dgm:pt modelId="{44897F23-676B-4E6D-BEDD-B7704B484C89}">
      <dgm:prSet phldrT="[Text]" custT="1"/>
      <dgm:spPr/>
      <dgm:t>
        <a:bodyPr/>
        <a:lstStyle/>
        <a:p>
          <a:pPr rtl="0"/>
          <a:r>
            <a:rPr lang="en-US" sz="1600">
              <a:latin typeface="Calibri" panose="020F0502020204030204"/>
            </a:rPr>
            <a:t>FAULT ISOLATION</a:t>
          </a:r>
          <a:endParaRPr lang="en-US" sz="1600"/>
        </a:p>
      </dgm:t>
    </dgm:pt>
    <dgm:pt modelId="{341C8743-65B4-4B00-A1F8-4140546F23D7}" type="parTrans" cxnId="{AAA697A0-E06C-4D89-B84B-996E8B4D0497}">
      <dgm:prSet/>
      <dgm:spPr/>
      <dgm:t>
        <a:bodyPr/>
        <a:lstStyle/>
        <a:p>
          <a:endParaRPr lang="en-US"/>
        </a:p>
      </dgm:t>
    </dgm:pt>
    <dgm:pt modelId="{B627274B-FE0B-43A2-B8E2-0879F5C93707}" type="sibTrans" cxnId="{AAA697A0-E06C-4D89-B84B-996E8B4D0497}">
      <dgm:prSet/>
      <dgm:spPr/>
      <dgm:t>
        <a:bodyPr/>
        <a:lstStyle/>
        <a:p>
          <a:endParaRPr lang="en-US"/>
        </a:p>
      </dgm:t>
    </dgm:pt>
    <dgm:pt modelId="{225C7EDB-734D-4A60-9E33-53679B048E9A}">
      <dgm:prSet phldrT="[Text]" custT="1"/>
      <dgm:spPr/>
      <dgm:t>
        <a:bodyPr/>
        <a:lstStyle/>
        <a:p>
          <a:pPr rtl="0"/>
          <a:r>
            <a:rPr lang="en-US" sz="1400"/>
            <a:t>A failure in one module can crash the whole </a:t>
          </a:r>
          <a:r>
            <a:rPr lang="en-US" sz="1400">
              <a:latin typeface="Calibri" panose="020F0502020204030204"/>
            </a:rPr>
            <a:t>app</a:t>
          </a:r>
        </a:p>
      </dgm:t>
    </dgm:pt>
    <dgm:pt modelId="{F9739C57-7924-4F8D-9D8B-9E7A8DF418CB}" type="parTrans" cxnId="{48D69DF9-BF9E-419C-9FEC-6D81DC538C91}">
      <dgm:prSet/>
      <dgm:spPr/>
      <dgm:t>
        <a:bodyPr/>
        <a:lstStyle/>
        <a:p>
          <a:endParaRPr lang="en-US"/>
        </a:p>
      </dgm:t>
    </dgm:pt>
    <dgm:pt modelId="{E01F4C6B-2C6B-4A02-9141-2486EC6224D1}" type="sibTrans" cxnId="{48D69DF9-BF9E-419C-9FEC-6D81DC538C91}">
      <dgm:prSet/>
      <dgm:spPr/>
      <dgm:t>
        <a:bodyPr/>
        <a:lstStyle/>
        <a:p>
          <a:endParaRPr lang="en-US"/>
        </a:p>
      </dgm:t>
    </dgm:pt>
    <dgm:pt modelId="{18F3F19A-C11F-44B9-BC81-4BDA6D818E3E}">
      <dgm:prSet phldr="0" custT="1"/>
      <dgm:spPr/>
      <dgm:t>
        <a:bodyPr/>
        <a:lstStyle/>
        <a:p>
          <a:pPr rtl="0"/>
          <a:r>
            <a:rPr lang="en-US" sz="1600">
              <a:latin typeface="Calibri" panose="020F0502020204030204"/>
            </a:rPr>
            <a:t>EASIER MAINTANABILITY</a:t>
          </a:r>
        </a:p>
      </dgm:t>
    </dgm:pt>
    <dgm:pt modelId="{B9F0A91A-002F-43C2-BF58-B522B48C9A28}" type="parTrans" cxnId="{DACE7243-E06D-4349-90EA-E81F8D37D652}">
      <dgm:prSet/>
      <dgm:spPr/>
    </dgm:pt>
    <dgm:pt modelId="{ADF83C1C-6D7E-4ED7-B726-0DA556B12143}" type="sibTrans" cxnId="{DACE7243-E06D-4349-90EA-E81F8D37D652}">
      <dgm:prSet/>
      <dgm:spPr/>
    </dgm:pt>
    <dgm:pt modelId="{E7EDBCC9-7315-4C00-85F9-EB9035561A91}">
      <dgm:prSet custT="1"/>
      <dgm:spPr/>
      <dgm:t>
        <a:bodyPr/>
        <a:lstStyle/>
        <a:p>
          <a:pPr rtl="0"/>
          <a:r>
            <a:rPr lang="en-US" sz="1400"/>
            <a:t>Codebase becomes large and tightly coupled over time</a:t>
          </a:r>
          <a:endParaRPr lang="en-US" sz="1400">
            <a:latin typeface="Calibri" panose="020F0502020204030204"/>
          </a:endParaRPr>
        </a:p>
      </dgm:t>
    </dgm:pt>
    <dgm:pt modelId="{7AEAB619-9C75-47F6-8CD9-6988FAA1F2EE}" type="parTrans" cxnId="{FA29327E-FCFA-4EDF-87C7-9BD4476F5875}">
      <dgm:prSet/>
      <dgm:spPr/>
    </dgm:pt>
    <dgm:pt modelId="{B0403AD3-E851-4224-86AA-6211F41DA2BE}" type="sibTrans" cxnId="{FA29327E-FCFA-4EDF-87C7-9BD4476F5875}">
      <dgm:prSet/>
      <dgm:spPr/>
    </dgm:pt>
    <dgm:pt modelId="{B17A840F-52BA-49E1-94D1-2D026FA205FD}">
      <dgm:prSet custT="1"/>
      <dgm:spPr/>
      <dgm:t>
        <a:bodyPr/>
        <a:lstStyle/>
        <a:p>
          <a:pPr rtl="0"/>
          <a:r>
            <a:rPr lang="en-US" sz="1400"/>
            <a:t>Modular structure allows easier updates and debugging</a:t>
          </a:r>
          <a:endParaRPr lang="en-US" sz="1400">
            <a:latin typeface="Calibri" panose="020F0502020204030204"/>
          </a:endParaRPr>
        </a:p>
      </dgm:t>
    </dgm:pt>
    <dgm:pt modelId="{51722D08-5209-45FA-ACFA-81965F195468}" type="parTrans" cxnId="{5E58BEDD-34F7-4600-B7EC-3A692FDD2C13}">
      <dgm:prSet/>
      <dgm:spPr/>
    </dgm:pt>
    <dgm:pt modelId="{181A18B4-E465-4F28-8165-4489CCE18282}" type="sibTrans" cxnId="{5E58BEDD-34F7-4600-B7EC-3A692FDD2C13}">
      <dgm:prSet/>
      <dgm:spPr/>
    </dgm:pt>
    <dgm:pt modelId="{5175FC43-4617-4C71-97C4-35DFAF5EDDFB}">
      <dgm:prSet phldr="0" custT="1"/>
      <dgm:spPr/>
      <dgm:t>
        <a:bodyPr/>
        <a:lstStyle/>
        <a:p>
          <a:r>
            <a:rPr lang="en-US" sz="1400">
              <a:latin typeface="Calibri" panose="020F0502020204030204"/>
            </a:rPr>
            <a:t>Failure</a:t>
          </a:r>
          <a:r>
            <a:rPr lang="en-US" sz="1400"/>
            <a:t> is contained within the specific service</a:t>
          </a:r>
        </a:p>
      </dgm:t>
    </dgm:pt>
    <dgm:pt modelId="{19D4102D-A3DB-470E-9778-9955853F0871}" type="parTrans" cxnId="{8DC46DA3-472E-4C27-8BAB-9CD330658A8A}">
      <dgm:prSet/>
      <dgm:spPr/>
    </dgm:pt>
    <dgm:pt modelId="{F2ADDAFC-BE23-4DA1-A38D-B3D8A380E0E5}" type="sibTrans" cxnId="{8DC46DA3-472E-4C27-8BAB-9CD330658A8A}">
      <dgm:prSet/>
      <dgm:spPr/>
    </dgm:pt>
    <dgm:pt modelId="{A1B66834-3F1E-4DF7-90E5-A6D5CE82D839}" type="pres">
      <dgm:prSet presAssocID="{A543EFB7-AA84-4CB7-8066-DE505DE5A7AD}" presName="theList" presStyleCnt="0">
        <dgm:presLayoutVars>
          <dgm:dir/>
          <dgm:animLvl val="lvl"/>
          <dgm:resizeHandles val="exact"/>
        </dgm:presLayoutVars>
      </dgm:prSet>
      <dgm:spPr/>
    </dgm:pt>
    <dgm:pt modelId="{DF0D116D-73BA-4B7F-8FB9-73B4E454442B}" type="pres">
      <dgm:prSet presAssocID="{0F155E73-76CB-4D24-AD11-9B9A077C9665}" presName="compNode" presStyleCnt="0"/>
      <dgm:spPr/>
    </dgm:pt>
    <dgm:pt modelId="{99CCE67D-D62E-4E6D-931F-B3967743DB6B}" type="pres">
      <dgm:prSet presAssocID="{0F155E73-76CB-4D24-AD11-9B9A077C9665}" presName="aNode" presStyleLbl="bgShp" presStyleIdx="0" presStyleCnt="4"/>
      <dgm:spPr/>
    </dgm:pt>
    <dgm:pt modelId="{88DD33C9-E3B2-4DBC-8D2E-95A67BF016A3}" type="pres">
      <dgm:prSet presAssocID="{0F155E73-76CB-4D24-AD11-9B9A077C9665}" presName="textNode" presStyleLbl="bgShp" presStyleIdx="0" presStyleCnt="4"/>
      <dgm:spPr/>
    </dgm:pt>
    <dgm:pt modelId="{BDB49A66-4EE1-432B-8DF0-3D5BC04B8195}" type="pres">
      <dgm:prSet presAssocID="{0F155E73-76CB-4D24-AD11-9B9A077C9665}" presName="compChildNode" presStyleCnt="0"/>
      <dgm:spPr/>
    </dgm:pt>
    <dgm:pt modelId="{C146D07F-1D19-46D6-974D-7D9FB88DA212}" type="pres">
      <dgm:prSet presAssocID="{0F155E73-76CB-4D24-AD11-9B9A077C9665}" presName="theInnerList" presStyleCnt="0"/>
      <dgm:spPr/>
    </dgm:pt>
    <dgm:pt modelId="{640B1F4D-D145-4585-9DAE-C53766415407}" type="pres">
      <dgm:prSet presAssocID="{939B2027-81A2-496F-901C-E6190C1BA2C0}" presName="childNode" presStyleLbl="node1" presStyleIdx="0" presStyleCnt="8">
        <dgm:presLayoutVars>
          <dgm:bulletEnabled val="1"/>
        </dgm:presLayoutVars>
      </dgm:prSet>
      <dgm:spPr/>
    </dgm:pt>
    <dgm:pt modelId="{5437428B-DAA3-4E9A-B6F1-76977BAD3F00}" type="pres">
      <dgm:prSet presAssocID="{939B2027-81A2-496F-901C-E6190C1BA2C0}" presName="aSpace2" presStyleCnt="0"/>
      <dgm:spPr/>
    </dgm:pt>
    <dgm:pt modelId="{DB8AB8FC-C49F-47D4-97A1-7BBCD5997F43}" type="pres">
      <dgm:prSet presAssocID="{F9E0DADD-042B-4174-893C-0B4022DD2567}" presName="childNode" presStyleLbl="node1" presStyleIdx="1" presStyleCnt="8">
        <dgm:presLayoutVars>
          <dgm:bulletEnabled val="1"/>
        </dgm:presLayoutVars>
      </dgm:prSet>
      <dgm:spPr/>
    </dgm:pt>
    <dgm:pt modelId="{CEC85B58-91AF-4B89-AC5C-A3CB6EB177FC}" type="pres">
      <dgm:prSet presAssocID="{0F155E73-76CB-4D24-AD11-9B9A077C9665}" presName="aSpace" presStyleCnt="0"/>
      <dgm:spPr/>
    </dgm:pt>
    <dgm:pt modelId="{98457CE2-23AD-4A8E-9C8C-06E7E2FFF1C8}" type="pres">
      <dgm:prSet presAssocID="{9F985964-E968-4AB1-9ED2-5D26003236BE}" presName="compNode" presStyleCnt="0"/>
      <dgm:spPr/>
    </dgm:pt>
    <dgm:pt modelId="{5AF42F6F-9AB0-429A-9871-0440A85CBCFA}" type="pres">
      <dgm:prSet presAssocID="{9F985964-E968-4AB1-9ED2-5D26003236BE}" presName="aNode" presStyleLbl="bgShp" presStyleIdx="1" presStyleCnt="4"/>
      <dgm:spPr/>
    </dgm:pt>
    <dgm:pt modelId="{E36939D7-90C4-47EE-ABBB-F7881842B296}" type="pres">
      <dgm:prSet presAssocID="{9F985964-E968-4AB1-9ED2-5D26003236BE}" presName="textNode" presStyleLbl="bgShp" presStyleIdx="1" presStyleCnt="4"/>
      <dgm:spPr/>
    </dgm:pt>
    <dgm:pt modelId="{26A792F8-4B83-47AB-8FDF-A5C343826B6D}" type="pres">
      <dgm:prSet presAssocID="{9F985964-E968-4AB1-9ED2-5D26003236BE}" presName="compChildNode" presStyleCnt="0"/>
      <dgm:spPr/>
    </dgm:pt>
    <dgm:pt modelId="{367457ED-E82B-4D90-8F31-1651E9B82734}" type="pres">
      <dgm:prSet presAssocID="{9F985964-E968-4AB1-9ED2-5D26003236BE}" presName="theInnerList" presStyleCnt="0"/>
      <dgm:spPr/>
    </dgm:pt>
    <dgm:pt modelId="{30BF73F8-4492-49B6-9C61-973BDD660079}" type="pres">
      <dgm:prSet presAssocID="{3672B31E-D95D-412F-AE94-9DB036034C5A}" presName="childNode" presStyleLbl="node1" presStyleIdx="2" presStyleCnt="8">
        <dgm:presLayoutVars>
          <dgm:bulletEnabled val="1"/>
        </dgm:presLayoutVars>
      </dgm:prSet>
      <dgm:spPr/>
    </dgm:pt>
    <dgm:pt modelId="{D9F789E4-33D2-4F8A-829C-F167AEB90DC0}" type="pres">
      <dgm:prSet presAssocID="{3672B31E-D95D-412F-AE94-9DB036034C5A}" presName="aSpace2" presStyleCnt="0"/>
      <dgm:spPr/>
    </dgm:pt>
    <dgm:pt modelId="{55237069-42A4-41FF-94E6-C38DD29C83F7}" type="pres">
      <dgm:prSet presAssocID="{2F91FA76-288E-4651-957F-84A2D869877E}" presName="childNode" presStyleLbl="node1" presStyleIdx="3" presStyleCnt="8">
        <dgm:presLayoutVars>
          <dgm:bulletEnabled val="1"/>
        </dgm:presLayoutVars>
      </dgm:prSet>
      <dgm:spPr/>
    </dgm:pt>
    <dgm:pt modelId="{D15260E7-CF4B-4239-8527-2C243A924747}" type="pres">
      <dgm:prSet presAssocID="{9F985964-E968-4AB1-9ED2-5D26003236BE}" presName="aSpace" presStyleCnt="0"/>
      <dgm:spPr/>
    </dgm:pt>
    <dgm:pt modelId="{560DD1B2-411B-4136-99E3-48249018B809}" type="pres">
      <dgm:prSet presAssocID="{44897F23-676B-4E6D-BEDD-B7704B484C89}" presName="compNode" presStyleCnt="0"/>
      <dgm:spPr/>
    </dgm:pt>
    <dgm:pt modelId="{24421B7C-0D80-41C4-89DC-870A3C072E41}" type="pres">
      <dgm:prSet presAssocID="{44897F23-676B-4E6D-BEDD-B7704B484C89}" presName="aNode" presStyleLbl="bgShp" presStyleIdx="2" presStyleCnt="4"/>
      <dgm:spPr/>
    </dgm:pt>
    <dgm:pt modelId="{28ADFD1E-9276-45EE-8892-4A319C01A8F9}" type="pres">
      <dgm:prSet presAssocID="{44897F23-676B-4E6D-BEDD-B7704B484C89}" presName="textNode" presStyleLbl="bgShp" presStyleIdx="2" presStyleCnt="4"/>
      <dgm:spPr/>
    </dgm:pt>
    <dgm:pt modelId="{8FE35AF5-F97C-4D5B-9EB1-32DF3AD8EEE3}" type="pres">
      <dgm:prSet presAssocID="{44897F23-676B-4E6D-BEDD-B7704B484C89}" presName="compChildNode" presStyleCnt="0"/>
      <dgm:spPr/>
    </dgm:pt>
    <dgm:pt modelId="{901392FB-2FD1-4131-AD5F-27D1C1A4AA0A}" type="pres">
      <dgm:prSet presAssocID="{44897F23-676B-4E6D-BEDD-B7704B484C89}" presName="theInnerList" presStyleCnt="0"/>
      <dgm:spPr/>
    </dgm:pt>
    <dgm:pt modelId="{DBF443D2-440B-45E9-95E9-C5A75BAA73E1}" type="pres">
      <dgm:prSet presAssocID="{225C7EDB-734D-4A60-9E33-53679B048E9A}" presName="childNode" presStyleLbl="node1" presStyleIdx="4" presStyleCnt="8">
        <dgm:presLayoutVars>
          <dgm:bulletEnabled val="1"/>
        </dgm:presLayoutVars>
      </dgm:prSet>
      <dgm:spPr/>
    </dgm:pt>
    <dgm:pt modelId="{63D97C24-D49A-4FB4-A4C5-A227873C2477}" type="pres">
      <dgm:prSet presAssocID="{225C7EDB-734D-4A60-9E33-53679B048E9A}" presName="aSpace2" presStyleCnt="0"/>
      <dgm:spPr/>
    </dgm:pt>
    <dgm:pt modelId="{19897795-881C-4604-9C82-E29B861274D2}" type="pres">
      <dgm:prSet presAssocID="{5175FC43-4617-4C71-97C4-35DFAF5EDDFB}" presName="childNode" presStyleLbl="node1" presStyleIdx="5" presStyleCnt="8">
        <dgm:presLayoutVars>
          <dgm:bulletEnabled val="1"/>
        </dgm:presLayoutVars>
      </dgm:prSet>
      <dgm:spPr/>
    </dgm:pt>
    <dgm:pt modelId="{CB6CCFD8-33D7-4E01-8E69-452206F1D68B}" type="pres">
      <dgm:prSet presAssocID="{44897F23-676B-4E6D-BEDD-B7704B484C89}" presName="aSpace" presStyleCnt="0"/>
      <dgm:spPr/>
    </dgm:pt>
    <dgm:pt modelId="{45600744-1E0E-4365-9FB6-0E578BB8298D}" type="pres">
      <dgm:prSet presAssocID="{18F3F19A-C11F-44B9-BC81-4BDA6D818E3E}" presName="compNode" presStyleCnt="0"/>
      <dgm:spPr/>
    </dgm:pt>
    <dgm:pt modelId="{3BD5FE77-1BC0-4D4E-9460-F93E2C2713EF}" type="pres">
      <dgm:prSet presAssocID="{18F3F19A-C11F-44B9-BC81-4BDA6D818E3E}" presName="aNode" presStyleLbl="bgShp" presStyleIdx="3" presStyleCnt="4"/>
      <dgm:spPr/>
    </dgm:pt>
    <dgm:pt modelId="{9A47201C-CA72-488B-927F-675CECFE8831}" type="pres">
      <dgm:prSet presAssocID="{18F3F19A-C11F-44B9-BC81-4BDA6D818E3E}" presName="textNode" presStyleLbl="bgShp" presStyleIdx="3" presStyleCnt="4"/>
      <dgm:spPr/>
    </dgm:pt>
    <dgm:pt modelId="{0790D553-62B3-4CF1-81E5-2EB70CB87C8D}" type="pres">
      <dgm:prSet presAssocID="{18F3F19A-C11F-44B9-BC81-4BDA6D818E3E}" presName="compChildNode" presStyleCnt="0"/>
      <dgm:spPr/>
    </dgm:pt>
    <dgm:pt modelId="{D1BA32C4-56D2-4BE0-B901-7D42B59B6C98}" type="pres">
      <dgm:prSet presAssocID="{18F3F19A-C11F-44B9-BC81-4BDA6D818E3E}" presName="theInnerList" presStyleCnt="0"/>
      <dgm:spPr/>
    </dgm:pt>
    <dgm:pt modelId="{65940104-004C-4C9D-A8ED-75633B8FC845}" type="pres">
      <dgm:prSet presAssocID="{E7EDBCC9-7315-4C00-85F9-EB9035561A91}" presName="childNode" presStyleLbl="node1" presStyleIdx="6" presStyleCnt="8">
        <dgm:presLayoutVars>
          <dgm:bulletEnabled val="1"/>
        </dgm:presLayoutVars>
      </dgm:prSet>
      <dgm:spPr/>
    </dgm:pt>
    <dgm:pt modelId="{A13BE9B4-6115-4357-94C4-BFC192FB7871}" type="pres">
      <dgm:prSet presAssocID="{E7EDBCC9-7315-4C00-85F9-EB9035561A91}" presName="aSpace2" presStyleCnt="0"/>
      <dgm:spPr/>
    </dgm:pt>
    <dgm:pt modelId="{6913FFE1-7E1B-49CC-9A9D-F8F0B32B4F17}" type="pres">
      <dgm:prSet presAssocID="{B17A840F-52BA-49E1-94D1-2D026FA205FD}" presName="childNode" presStyleLbl="node1" presStyleIdx="7" presStyleCnt="8">
        <dgm:presLayoutVars>
          <dgm:bulletEnabled val="1"/>
        </dgm:presLayoutVars>
      </dgm:prSet>
      <dgm:spPr/>
    </dgm:pt>
  </dgm:ptLst>
  <dgm:cxnLst>
    <dgm:cxn modelId="{08247D05-800A-4D0F-BD17-9286D7CB23BB}" srcId="{A543EFB7-AA84-4CB7-8066-DE505DE5A7AD}" destId="{0F155E73-76CB-4D24-AD11-9B9A077C9665}" srcOrd="0" destOrd="0" parTransId="{4D7D5CDD-B421-4B1F-AAA9-4E9EC82FCB34}" sibTransId="{36A194AB-3A5F-4058-98A2-3B6544D2B6E3}"/>
    <dgm:cxn modelId="{FBF3830E-7E9C-4DD0-882C-AD1F883DE36C}" type="presOf" srcId="{44897F23-676B-4E6D-BEDD-B7704B484C89}" destId="{28ADFD1E-9276-45EE-8892-4A319C01A8F9}" srcOrd="1" destOrd="0" presId="urn:microsoft.com/office/officeart/2005/8/layout/lProcess2"/>
    <dgm:cxn modelId="{E3F63D1A-839B-4D8A-997C-13924854C503}" srcId="{9F985964-E968-4AB1-9ED2-5D26003236BE}" destId="{2F91FA76-288E-4651-957F-84A2D869877E}" srcOrd="1" destOrd="0" parTransId="{E5055218-8C0E-452F-89F2-8FCA30F1E14E}" sibTransId="{45560E1C-8CCA-461A-90D5-359F5348767A}"/>
    <dgm:cxn modelId="{F349FF30-7A85-42AF-801C-4A13A7A6F0B9}" type="presOf" srcId="{939B2027-81A2-496F-901C-E6190C1BA2C0}" destId="{640B1F4D-D145-4585-9DAE-C53766415407}" srcOrd="0" destOrd="0" presId="urn:microsoft.com/office/officeart/2005/8/layout/lProcess2"/>
    <dgm:cxn modelId="{E825B639-8812-4D8A-9DBB-0206A7EC1737}" type="presOf" srcId="{3672B31E-D95D-412F-AE94-9DB036034C5A}" destId="{30BF73F8-4492-49B6-9C61-973BDD660079}" srcOrd="0" destOrd="0" presId="urn:microsoft.com/office/officeart/2005/8/layout/lProcess2"/>
    <dgm:cxn modelId="{05C2713B-30B5-4D30-9B55-65FBC97BBE67}" type="presOf" srcId="{44897F23-676B-4E6D-BEDD-B7704B484C89}" destId="{24421B7C-0D80-41C4-89DC-870A3C072E41}" srcOrd="0" destOrd="0" presId="urn:microsoft.com/office/officeart/2005/8/layout/lProcess2"/>
    <dgm:cxn modelId="{5726BD3F-DBF6-4E95-B2AB-5F552D24E890}" type="presOf" srcId="{225C7EDB-734D-4A60-9E33-53679B048E9A}" destId="{DBF443D2-440B-45E9-95E9-C5A75BAA73E1}" srcOrd="0" destOrd="0" presId="urn:microsoft.com/office/officeart/2005/8/layout/lProcess2"/>
    <dgm:cxn modelId="{D08AC45E-48CF-4F51-BFA0-9B38E1C3B458}" type="presOf" srcId="{B17A840F-52BA-49E1-94D1-2D026FA205FD}" destId="{6913FFE1-7E1B-49CC-9A9D-F8F0B32B4F17}" srcOrd="0" destOrd="0" presId="urn:microsoft.com/office/officeart/2005/8/layout/lProcess2"/>
    <dgm:cxn modelId="{B9EE465F-336A-4807-B8CA-59074ADA6220}" type="presOf" srcId="{18F3F19A-C11F-44B9-BC81-4BDA6D818E3E}" destId="{3BD5FE77-1BC0-4D4E-9460-F93E2C2713EF}" srcOrd="0" destOrd="0" presId="urn:microsoft.com/office/officeart/2005/8/layout/lProcess2"/>
    <dgm:cxn modelId="{DACE7243-E06D-4349-90EA-E81F8D37D652}" srcId="{A543EFB7-AA84-4CB7-8066-DE505DE5A7AD}" destId="{18F3F19A-C11F-44B9-BC81-4BDA6D818E3E}" srcOrd="3" destOrd="0" parTransId="{B9F0A91A-002F-43C2-BF58-B522B48C9A28}" sibTransId="{ADF83C1C-6D7E-4ED7-B726-0DA556B12143}"/>
    <dgm:cxn modelId="{9E5FA245-ABCB-480D-BD9C-090AB6421450}" type="presOf" srcId="{F9E0DADD-042B-4174-893C-0B4022DD2567}" destId="{DB8AB8FC-C49F-47D4-97A1-7BBCD5997F43}" srcOrd="0" destOrd="0" presId="urn:microsoft.com/office/officeart/2005/8/layout/lProcess2"/>
    <dgm:cxn modelId="{899A3272-C26F-4DE1-A75B-AC3B0F8B3642}" type="presOf" srcId="{0F155E73-76CB-4D24-AD11-9B9A077C9665}" destId="{88DD33C9-E3B2-4DBC-8D2E-95A67BF016A3}" srcOrd="1" destOrd="0" presId="urn:microsoft.com/office/officeart/2005/8/layout/lProcess2"/>
    <dgm:cxn modelId="{D8C26D58-0876-4C9E-B6F1-8B4FB6145B3D}" type="presOf" srcId="{9F985964-E968-4AB1-9ED2-5D26003236BE}" destId="{5AF42F6F-9AB0-429A-9871-0440A85CBCFA}" srcOrd="0" destOrd="0" presId="urn:microsoft.com/office/officeart/2005/8/layout/lProcess2"/>
    <dgm:cxn modelId="{FA29327E-FCFA-4EDF-87C7-9BD4476F5875}" srcId="{18F3F19A-C11F-44B9-BC81-4BDA6D818E3E}" destId="{E7EDBCC9-7315-4C00-85F9-EB9035561A91}" srcOrd="0" destOrd="0" parTransId="{7AEAB619-9C75-47F6-8CD9-6988FAA1F2EE}" sibTransId="{B0403AD3-E851-4224-86AA-6211F41DA2BE}"/>
    <dgm:cxn modelId="{AAA697A0-E06C-4D89-B84B-996E8B4D0497}" srcId="{A543EFB7-AA84-4CB7-8066-DE505DE5A7AD}" destId="{44897F23-676B-4E6D-BEDD-B7704B484C89}" srcOrd="2" destOrd="0" parTransId="{341C8743-65B4-4B00-A1F8-4140546F23D7}" sibTransId="{B627274B-FE0B-43A2-B8E2-0879F5C93707}"/>
    <dgm:cxn modelId="{8DC46DA3-472E-4C27-8BAB-9CD330658A8A}" srcId="{44897F23-676B-4E6D-BEDD-B7704B484C89}" destId="{5175FC43-4617-4C71-97C4-35DFAF5EDDFB}" srcOrd="1" destOrd="0" parTransId="{19D4102D-A3DB-470E-9778-9955853F0871}" sibTransId="{F2ADDAFC-BE23-4DA1-A38D-B3D8A380E0E5}"/>
    <dgm:cxn modelId="{C4E458A4-E1B0-4547-8943-81EC1171E8BA}" srcId="{0F155E73-76CB-4D24-AD11-9B9A077C9665}" destId="{F9E0DADD-042B-4174-893C-0B4022DD2567}" srcOrd="1" destOrd="0" parTransId="{A6510262-E0B5-47E0-B3E8-24136FF7CC4C}" sibTransId="{E5F286D6-A6F8-4497-8C34-EDDA5A065FA8}"/>
    <dgm:cxn modelId="{352216A7-F0EE-4217-99AB-3AF29FC4EE24}" srcId="{0F155E73-76CB-4D24-AD11-9B9A077C9665}" destId="{939B2027-81A2-496F-901C-E6190C1BA2C0}" srcOrd="0" destOrd="0" parTransId="{A5B03AD3-4196-4AAF-84A5-E5B00D7B362A}" sibTransId="{5FC950D7-248F-4AB5-B5C4-8864CE0DA3C5}"/>
    <dgm:cxn modelId="{CC705AB1-B25B-479D-AB3E-A4BCAE61ACB2}" type="presOf" srcId="{9F985964-E968-4AB1-9ED2-5D26003236BE}" destId="{E36939D7-90C4-47EE-ABBB-F7881842B296}" srcOrd="1" destOrd="0" presId="urn:microsoft.com/office/officeart/2005/8/layout/lProcess2"/>
    <dgm:cxn modelId="{EE4E8DBF-0402-443D-87BD-09DEB8E9DC75}" type="presOf" srcId="{5175FC43-4617-4C71-97C4-35DFAF5EDDFB}" destId="{19897795-881C-4604-9C82-E29B861274D2}" srcOrd="0" destOrd="0" presId="urn:microsoft.com/office/officeart/2005/8/layout/lProcess2"/>
    <dgm:cxn modelId="{F8E86CCD-8E4D-485A-BBDE-BB164A40A238}" srcId="{9F985964-E968-4AB1-9ED2-5D26003236BE}" destId="{3672B31E-D95D-412F-AE94-9DB036034C5A}" srcOrd="0" destOrd="0" parTransId="{5E6CE41C-C387-435C-B374-1953C6FDD0F6}" sibTransId="{C21DD93C-09EE-4707-ADA4-D3B0A19C034A}"/>
    <dgm:cxn modelId="{75A158CD-8FA7-41EC-A1ED-D60B308F718F}" type="presOf" srcId="{18F3F19A-C11F-44B9-BC81-4BDA6D818E3E}" destId="{9A47201C-CA72-488B-927F-675CECFE8831}" srcOrd="1" destOrd="0" presId="urn:microsoft.com/office/officeart/2005/8/layout/lProcess2"/>
    <dgm:cxn modelId="{5E58BEDD-34F7-4600-B7EC-3A692FDD2C13}" srcId="{18F3F19A-C11F-44B9-BC81-4BDA6D818E3E}" destId="{B17A840F-52BA-49E1-94D1-2D026FA205FD}" srcOrd="1" destOrd="0" parTransId="{51722D08-5209-45FA-ACFA-81965F195468}" sibTransId="{181A18B4-E465-4F28-8165-4489CCE18282}"/>
    <dgm:cxn modelId="{2A1EAEE2-F763-4F7D-8DC8-5396DD28540D}" srcId="{A543EFB7-AA84-4CB7-8066-DE505DE5A7AD}" destId="{9F985964-E968-4AB1-9ED2-5D26003236BE}" srcOrd="1" destOrd="0" parTransId="{1BD46498-D658-40BA-AA6B-7ACB8CF8E9B4}" sibTransId="{901D4464-A359-403F-BE65-9504188DEDE1}"/>
    <dgm:cxn modelId="{ABBF57E5-BB28-428B-BB57-B8DC09EF9B38}" type="presOf" srcId="{2F91FA76-288E-4651-957F-84A2D869877E}" destId="{55237069-42A4-41FF-94E6-C38DD29C83F7}" srcOrd="0" destOrd="0" presId="urn:microsoft.com/office/officeart/2005/8/layout/lProcess2"/>
    <dgm:cxn modelId="{4AB0C4EB-8967-4187-BF5E-99631E757D63}" type="presOf" srcId="{0F155E73-76CB-4D24-AD11-9B9A077C9665}" destId="{99CCE67D-D62E-4E6D-931F-B3967743DB6B}" srcOrd="0" destOrd="0" presId="urn:microsoft.com/office/officeart/2005/8/layout/lProcess2"/>
    <dgm:cxn modelId="{3D6CA5EE-3C78-4EEF-819A-AF199E819591}" type="presOf" srcId="{E7EDBCC9-7315-4C00-85F9-EB9035561A91}" destId="{65940104-004C-4C9D-A8ED-75633B8FC845}" srcOrd="0" destOrd="0" presId="urn:microsoft.com/office/officeart/2005/8/layout/lProcess2"/>
    <dgm:cxn modelId="{F068D2F4-BBB9-4922-A99E-F39F37DCE711}" type="presOf" srcId="{A543EFB7-AA84-4CB7-8066-DE505DE5A7AD}" destId="{A1B66834-3F1E-4DF7-90E5-A6D5CE82D839}" srcOrd="0" destOrd="0" presId="urn:microsoft.com/office/officeart/2005/8/layout/lProcess2"/>
    <dgm:cxn modelId="{48D69DF9-BF9E-419C-9FEC-6D81DC538C91}" srcId="{44897F23-676B-4E6D-BEDD-B7704B484C89}" destId="{225C7EDB-734D-4A60-9E33-53679B048E9A}" srcOrd="0" destOrd="0" parTransId="{F9739C57-7924-4F8D-9D8B-9E7A8DF418CB}" sibTransId="{E01F4C6B-2C6B-4A02-9141-2486EC6224D1}"/>
    <dgm:cxn modelId="{D323B89C-5AEA-4512-B7C8-0C6E095524C3}" type="presParOf" srcId="{A1B66834-3F1E-4DF7-90E5-A6D5CE82D839}" destId="{DF0D116D-73BA-4B7F-8FB9-73B4E454442B}" srcOrd="0" destOrd="0" presId="urn:microsoft.com/office/officeart/2005/8/layout/lProcess2"/>
    <dgm:cxn modelId="{FAC88E40-7658-4457-8350-69B8934A1014}" type="presParOf" srcId="{DF0D116D-73BA-4B7F-8FB9-73B4E454442B}" destId="{99CCE67D-D62E-4E6D-931F-B3967743DB6B}" srcOrd="0" destOrd="0" presId="urn:microsoft.com/office/officeart/2005/8/layout/lProcess2"/>
    <dgm:cxn modelId="{EDBE219A-7C7D-49D0-83BC-2D8F6625F84A}" type="presParOf" srcId="{DF0D116D-73BA-4B7F-8FB9-73B4E454442B}" destId="{88DD33C9-E3B2-4DBC-8D2E-95A67BF016A3}" srcOrd="1" destOrd="0" presId="urn:microsoft.com/office/officeart/2005/8/layout/lProcess2"/>
    <dgm:cxn modelId="{BED8B863-43D8-421D-8CA6-C7DFD0506E68}" type="presParOf" srcId="{DF0D116D-73BA-4B7F-8FB9-73B4E454442B}" destId="{BDB49A66-4EE1-432B-8DF0-3D5BC04B8195}" srcOrd="2" destOrd="0" presId="urn:microsoft.com/office/officeart/2005/8/layout/lProcess2"/>
    <dgm:cxn modelId="{728185E3-FED0-4CC0-A6DA-91B19039484C}" type="presParOf" srcId="{BDB49A66-4EE1-432B-8DF0-3D5BC04B8195}" destId="{C146D07F-1D19-46D6-974D-7D9FB88DA212}" srcOrd="0" destOrd="0" presId="urn:microsoft.com/office/officeart/2005/8/layout/lProcess2"/>
    <dgm:cxn modelId="{C52A6331-BE09-42BA-8772-7F23ECB3113D}" type="presParOf" srcId="{C146D07F-1D19-46D6-974D-7D9FB88DA212}" destId="{640B1F4D-D145-4585-9DAE-C53766415407}" srcOrd="0" destOrd="0" presId="urn:microsoft.com/office/officeart/2005/8/layout/lProcess2"/>
    <dgm:cxn modelId="{28C8C9A3-5A0D-47DA-9293-28B87E900BB4}" type="presParOf" srcId="{C146D07F-1D19-46D6-974D-7D9FB88DA212}" destId="{5437428B-DAA3-4E9A-B6F1-76977BAD3F00}" srcOrd="1" destOrd="0" presId="urn:microsoft.com/office/officeart/2005/8/layout/lProcess2"/>
    <dgm:cxn modelId="{A29D8B86-7E00-4C5C-92B6-32A4F3AD2EA0}" type="presParOf" srcId="{C146D07F-1D19-46D6-974D-7D9FB88DA212}" destId="{DB8AB8FC-C49F-47D4-97A1-7BBCD5997F43}" srcOrd="2" destOrd="0" presId="urn:microsoft.com/office/officeart/2005/8/layout/lProcess2"/>
    <dgm:cxn modelId="{E9137EFE-AC22-45D0-8610-517F3D6DA700}" type="presParOf" srcId="{A1B66834-3F1E-4DF7-90E5-A6D5CE82D839}" destId="{CEC85B58-91AF-4B89-AC5C-A3CB6EB177FC}" srcOrd="1" destOrd="0" presId="urn:microsoft.com/office/officeart/2005/8/layout/lProcess2"/>
    <dgm:cxn modelId="{6ACCA584-E700-4B05-8803-4C956CC58C66}" type="presParOf" srcId="{A1B66834-3F1E-4DF7-90E5-A6D5CE82D839}" destId="{98457CE2-23AD-4A8E-9C8C-06E7E2FFF1C8}" srcOrd="2" destOrd="0" presId="urn:microsoft.com/office/officeart/2005/8/layout/lProcess2"/>
    <dgm:cxn modelId="{91DDD572-55F3-4234-8FFC-DB4ED1DC97EB}" type="presParOf" srcId="{98457CE2-23AD-4A8E-9C8C-06E7E2FFF1C8}" destId="{5AF42F6F-9AB0-429A-9871-0440A85CBCFA}" srcOrd="0" destOrd="0" presId="urn:microsoft.com/office/officeart/2005/8/layout/lProcess2"/>
    <dgm:cxn modelId="{EF5974E1-F5F6-42D0-858E-769B54C6DC73}" type="presParOf" srcId="{98457CE2-23AD-4A8E-9C8C-06E7E2FFF1C8}" destId="{E36939D7-90C4-47EE-ABBB-F7881842B296}" srcOrd="1" destOrd="0" presId="urn:microsoft.com/office/officeart/2005/8/layout/lProcess2"/>
    <dgm:cxn modelId="{336DA3A2-B953-4DB8-B7EC-1E314D255288}" type="presParOf" srcId="{98457CE2-23AD-4A8E-9C8C-06E7E2FFF1C8}" destId="{26A792F8-4B83-47AB-8FDF-A5C343826B6D}" srcOrd="2" destOrd="0" presId="urn:microsoft.com/office/officeart/2005/8/layout/lProcess2"/>
    <dgm:cxn modelId="{D09C83D0-C6FE-4E77-B6D6-70AE2CFB2A4D}" type="presParOf" srcId="{26A792F8-4B83-47AB-8FDF-A5C343826B6D}" destId="{367457ED-E82B-4D90-8F31-1651E9B82734}" srcOrd="0" destOrd="0" presId="urn:microsoft.com/office/officeart/2005/8/layout/lProcess2"/>
    <dgm:cxn modelId="{76B86B9A-A276-439D-8596-C30B89C360B0}" type="presParOf" srcId="{367457ED-E82B-4D90-8F31-1651E9B82734}" destId="{30BF73F8-4492-49B6-9C61-973BDD660079}" srcOrd="0" destOrd="0" presId="urn:microsoft.com/office/officeart/2005/8/layout/lProcess2"/>
    <dgm:cxn modelId="{0CCADF6D-4F44-4C12-BBE7-AB11CE48A301}" type="presParOf" srcId="{367457ED-E82B-4D90-8F31-1651E9B82734}" destId="{D9F789E4-33D2-4F8A-829C-F167AEB90DC0}" srcOrd="1" destOrd="0" presId="urn:microsoft.com/office/officeart/2005/8/layout/lProcess2"/>
    <dgm:cxn modelId="{ED0440D1-4927-4F90-BE1C-B40743B76EDC}" type="presParOf" srcId="{367457ED-E82B-4D90-8F31-1651E9B82734}" destId="{55237069-42A4-41FF-94E6-C38DD29C83F7}" srcOrd="2" destOrd="0" presId="urn:microsoft.com/office/officeart/2005/8/layout/lProcess2"/>
    <dgm:cxn modelId="{A0E53F00-7D9F-4412-803A-AF4A2681B0F8}" type="presParOf" srcId="{A1B66834-3F1E-4DF7-90E5-A6D5CE82D839}" destId="{D15260E7-CF4B-4239-8527-2C243A924747}" srcOrd="3" destOrd="0" presId="urn:microsoft.com/office/officeart/2005/8/layout/lProcess2"/>
    <dgm:cxn modelId="{3BA1CE09-7B63-4391-BE1E-F0D8F89BB14D}" type="presParOf" srcId="{A1B66834-3F1E-4DF7-90E5-A6D5CE82D839}" destId="{560DD1B2-411B-4136-99E3-48249018B809}" srcOrd="4" destOrd="0" presId="urn:microsoft.com/office/officeart/2005/8/layout/lProcess2"/>
    <dgm:cxn modelId="{DDBF4BAF-900C-4682-B357-EE87D40CE674}" type="presParOf" srcId="{560DD1B2-411B-4136-99E3-48249018B809}" destId="{24421B7C-0D80-41C4-89DC-870A3C072E41}" srcOrd="0" destOrd="0" presId="urn:microsoft.com/office/officeart/2005/8/layout/lProcess2"/>
    <dgm:cxn modelId="{396F9079-5310-4F42-AB36-D692D6900241}" type="presParOf" srcId="{560DD1B2-411B-4136-99E3-48249018B809}" destId="{28ADFD1E-9276-45EE-8892-4A319C01A8F9}" srcOrd="1" destOrd="0" presId="urn:microsoft.com/office/officeart/2005/8/layout/lProcess2"/>
    <dgm:cxn modelId="{141EAD5D-0878-4901-AB63-973304688335}" type="presParOf" srcId="{560DD1B2-411B-4136-99E3-48249018B809}" destId="{8FE35AF5-F97C-4D5B-9EB1-32DF3AD8EEE3}" srcOrd="2" destOrd="0" presId="urn:microsoft.com/office/officeart/2005/8/layout/lProcess2"/>
    <dgm:cxn modelId="{B8EEE54C-7468-4614-BF65-7ADF9CE6A085}" type="presParOf" srcId="{8FE35AF5-F97C-4D5B-9EB1-32DF3AD8EEE3}" destId="{901392FB-2FD1-4131-AD5F-27D1C1A4AA0A}" srcOrd="0" destOrd="0" presId="urn:microsoft.com/office/officeart/2005/8/layout/lProcess2"/>
    <dgm:cxn modelId="{0164F5DE-40C3-41E6-ACC9-93922049B81E}" type="presParOf" srcId="{901392FB-2FD1-4131-AD5F-27D1C1A4AA0A}" destId="{DBF443D2-440B-45E9-95E9-C5A75BAA73E1}" srcOrd="0" destOrd="0" presId="urn:microsoft.com/office/officeart/2005/8/layout/lProcess2"/>
    <dgm:cxn modelId="{20B1EF0D-208D-424F-ACF3-D25300802E59}" type="presParOf" srcId="{901392FB-2FD1-4131-AD5F-27D1C1A4AA0A}" destId="{63D97C24-D49A-4FB4-A4C5-A227873C2477}" srcOrd="1" destOrd="0" presId="urn:microsoft.com/office/officeart/2005/8/layout/lProcess2"/>
    <dgm:cxn modelId="{8F933D23-450A-4955-8101-7A264AA67723}" type="presParOf" srcId="{901392FB-2FD1-4131-AD5F-27D1C1A4AA0A}" destId="{19897795-881C-4604-9C82-E29B861274D2}" srcOrd="2" destOrd="0" presId="urn:microsoft.com/office/officeart/2005/8/layout/lProcess2"/>
    <dgm:cxn modelId="{CD5A0624-6EE7-4072-8ECE-08CBC94E9D09}" type="presParOf" srcId="{A1B66834-3F1E-4DF7-90E5-A6D5CE82D839}" destId="{CB6CCFD8-33D7-4E01-8E69-452206F1D68B}" srcOrd="5" destOrd="0" presId="urn:microsoft.com/office/officeart/2005/8/layout/lProcess2"/>
    <dgm:cxn modelId="{2165A1A1-F76A-4B77-8B47-5F92E94867ED}" type="presParOf" srcId="{A1B66834-3F1E-4DF7-90E5-A6D5CE82D839}" destId="{45600744-1E0E-4365-9FB6-0E578BB8298D}" srcOrd="6" destOrd="0" presId="urn:microsoft.com/office/officeart/2005/8/layout/lProcess2"/>
    <dgm:cxn modelId="{0D6E69CC-F13E-4643-95F7-DA6C122A39B7}" type="presParOf" srcId="{45600744-1E0E-4365-9FB6-0E578BB8298D}" destId="{3BD5FE77-1BC0-4D4E-9460-F93E2C2713EF}" srcOrd="0" destOrd="0" presId="urn:microsoft.com/office/officeart/2005/8/layout/lProcess2"/>
    <dgm:cxn modelId="{B7A17562-E122-445E-A614-D35D8CCF17A1}" type="presParOf" srcId="{45600744-1E0E-4365-9FB6-0E578BB8298D}" destId="{9A47201C-CA72-488B-927F-675CECFE8831}" srcOrd="1" destOrd="0" presId="urn:microsoft.com/office/officeart/2005/8/layout/lProcess2"/>
    <dgm:cxn modelId="{A8BC9BD3-3C86-45AF-B6BF-460E5E898DAE}" type="presParOf" srcId="{45600744-1E0E-4365-9FB6-0E578BB8298D}" destId="{0790D553-62B3-4CF1-81E5-2EB70CB87C8D}" srcOrd="2" destOrd="0" presId="urn:microsoft.com/office/officeart/2005/8/layout/lProcess2"/>
    <dgm:cxn modelId="{032E5A94-7228-405F-A96D-95B04C660293}" type="presParOf" srcId="{0790D553-62B3-4CF1-81E5-2EB70CB87C8D}" destId="{D1BA32C4-56D2-4BE0-B901-7D42B59B6C98}" srcOrd="0" destOrd="0" presId="urn:microsoft.com/office/officeart/2005/8/layout/lProcess2"/>
    <dgm:cxn modelId="{2C6CD8C4-E007-4F65-BF75-50103AE932FE}" type="presParOf" srcId="{D1BA32C4-56D2-4BE0-B901-7D42B59B6C98}" destId="{65940104-004C-4C9D-A8ED-75633B8FC845}" srcOrd="0" destOrd="0" presId="urn:microsoft.com/office/officeart/2005/8/layout/lProcess2"/>
    <dgm:cxn modelId="{14DF6678-9E80-4882-9A3D-D81143A650AE}" type="presParOf" srcId="{D1BA32C4-56D2-4BE0-B901-7D42B59B6C98}" destId="{A13BE9B4-6115-4357-94C4-BFC192FB7871}" srcOrd="1" destOrd="0" presId="urn:microsoft.com/office/officeart/2005/8/layout/lProcess2"/>
    <dgm:cxn modelId="{F331C384-6D25-44DB-A562-2EB40A45E3ED}" type="presParOf" srcId="{D1BA32C4-56D2-4BE0-B901-7D42B59B6C98}" destId="{6913FFE1-7E1B-49CC-9A9D-F8F0B32B4F17}" srcOrd="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0C4558F-8817-4E13-B1D0-926323033D2C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6DF1C7D7-01EA-410E-8557-B95FBE5E6E98}">
      <dgm:prSet phldrT="[Text]" phldr="0"/>
      <dgm:spPr/>
      <dgm:t>
        <a:bodyPr/>
        <a:lstStyle/>
        <a:p>
          <a:r>
            <a:rPr lang="en-US">
              <a:latin typeface="Calibri" panose="020F0502020204030204"/>
            </a:rPr>
            <a:t>Ser-1</a:t>
          </a:r>
          <a:endParaRPr lang="en-US"/>
        </a:p>
      </dgm:t>
    </dgm:pt>
    <dgm:pt modelId="{6D26A841-00B5-4151-B22C-BA1CC61D4160}" type="parTrans" cxnId="{09A14B16-E250-48A6-B5F8-F481D1D47ED6}">
      <dgm:prSet/>
      <dgm:spPr/>
    </dgm:pt>
    <dgm:pt modelId="{FB6D9667-4088-41F9-870C-C875AA9EF3A5}" type="sibTrans" cxnId="{09A14B16-E250-48A6-B5F8-F481D1D47ED6}">
      <dgm:prSet/>
      <dgm:spPr/>
      <dgm:t>
        <a:bodyPr/>
        <a:lstStyle/>
        <a:p>
          <a:endParaRPr lang="en-US"/>
        </a:p>
      </dgm:t>
    </dgm:pt>
    <dgm:pt modelId="{2067ADBE-2A29-452D-8ED1-17496096919B}">
      <dgm:prSet phldrT="[Text]" phldr="0"/>
      <dgm:spPr/>
      <dgm:t>
        <a:bodyPr/>
        <a:lstStyle/>
        <a:p>
          <a:r>
            <a:rPr lang="en-US">
              <a:latin typeface="Calibri" panose="020F0502020204030204"/>
            </a:rPr>
            <a:t>Lib</a:t>
          </a:r>
          <a:endParaRPr lang="en-US"/>
        </a:p>
      </dgm:t>
    </dgm:pt>
    <dgm:pt modelId="{ED2A826B-4D12-41B5-9717-5DD1F63993E2}" type="parTrans" cxnId="{DADBC135-CBB2-475D-8522-9EF46593124D}">
      <dgm:prSet/>
      <dgm:spPr/>
    </dgm:pt>
    <dgm:pt modelId="{111F6E32-FC28-47F5-881C-4B9B1083D9E8}" type="sibTrans" cxnId="{DADBC135-CBB2-475D-8522-9EF46593124D}">
      <dgm:prSet/>
      <dgm:spPr/>
      <dgm:t>
        <a:bodyPr/>
        <a:lstStyle/>
        <a:p>
          <a:endParaRPr lang="en-US"/>
        </a:p>
      </dgm:t>
    </dgm:pt>
    <dgm:pt modelId="{F2F893B3-1E28-46F8-A206-4F1CA5F085FD}">
      <dgm:prSet phldrT="[Text]" phldr="0"/>
      <dgm:spPr/>
      <dgm:t>
        <a:bodyPr/>
        <a:lstStyle/>
        <a:p>
          <a:r>
            <a:rPr lang="en-US">
              <a:latin typeface="Calibri" panose="020F0502020204030204"/>
            </a:rPr>
            <a:t>DB</a:t>
          </a:r>
          <a:endParaRPr lang="en-US"/>
        </a:p>
      </dgm:t>
    </dgm:pt>
    <dgm:pt modelId="{9D3D46AD-12D7-4A43-8FD7-A0B99D837B5F}" type="parTrans" cxnId="{DBA61462-7CD6-43A6-B2D6-3FEB89315936}">
      <dgm:prSet/>
      <dgm:spPr/>
    </dgm:pt>
    <dgm:pt modelId="{B14B97D7-D3C4-4D78-8700-AF3A94D740C3}" type="sibTrans" cxnId="{DBA61462-7CD6-43A6-B2D6-3FEB89315936}">
      <dgm:prSet/>
      <dgm:spPr/>
    </dgm:pt>
    <dgm:pt modelId="{82654C82-2556-48EE-8EFE-1E11473B26D7}" type="pres">
      <dgm:prSet presAssocID="{F0C4558F-8817-4E13-B1D0-926323033D2C}" presName="linearFlow" presStyleCnt="0">
        <dgm:presLayoutVars>
          <dgm:resizeHandles val="exact"/>
        </dgm:presLayoutVars>
      </dgm:prSet>
      <dgm:spPr/>
    </dgm:pt>
    <dgm:pt modelId="{5E398BDA-EFE9-46BE-80F3-92B74CFE2E27}" type="pres">
      <dgm:prSet presAssocID="{6DF1C7D7-01EA-410E-8557-B95FBE5E6E98}" presName="node" presStyleLbl="node1" presStyleIdx="0" presStyleCnt="3">
        <dgm:presLayoutVars>
          <dgm:bulletEnabled val="1"/>
        </dgm:presLayoutVars>
      </dgm:prSet>
      <dgm:spPr/>
    </dgm:pt>
    <dgm:pt modelId="{8819048D-DE71-4EDD-B034-6700376AB694}" type="pres">
      <dgm:prSet presAssocID="{FB6D9667-4088-41F9-870C-C875AA9EF3A5}" presName="sibTrans" presStyleLbl="sibTrans2D1" presStyleIdx="0" presStyleCnt="2"/>
      <dgm:spPr/>
    </dgm:pt>
    <dgm:pt modelId="{981A7F7F-F2F1-4F40-AB8A-232F7602F296}" type="pres">
      <dgm:prSet presAssocID="{FB6D9667-4088-41F9-870C-C875AA9EF3A5}" presName="connectorText" presStyleLbl="sibTrans2D1" presStyleIdx="0" presStyleCnt="2"/>
      <dgm:spPr/>
    </dgm:pt>
    <dgm:pt modelId="{D69E0800-3D6C-422B-9697-707EB9611E97}" type="pres">
      <dgm:prSet presAssocID="{2067ADBE-2A29-452D-8ED1-17496096919B}" presName="node" presStyleLbl="node1" presStyleIdx="1" presStyleCnt="3">
        <dgm:presLayoutVars>
          <dgm:bulletEnabled val="1"/>
        </dgm:presLayoutVars>
      </dgm:prSet>
      <dgm:spPr/>
    </dgm:pt>
    <dgm:pt modelId="{3187BFAA-C83C-4F25-A016-A9BBD08CE988}" type="pres">
      <dgm:prSet presAssocID="{111F6E32-FC28-47F5-881C-4B9B1083D9E8}" presName="sibTrans" presStyleLbl="sibTrans2D1" presStyleIdx="1" presStyleCnt="2"/>
      <dgm:spPr/>
    </dgm:pt>
    <dgm:pt modelId="{EE929764-AD37-48F5-90A3-33DFEA7F1FAB}" type="pres">
      <dgm:prSet presAssocID="{111F6E32-FC28-47F5-881C-4B9B1083D9E8}" presName="connectorText" presStyleLbl="sibTrans2D1" presStyleIdx="1" presStyleCnt="2"/>
      <dgm:spPr/>
    </dgm:pt>
    <dgm:pt modelId="{2FF4A031-57BD-4F40-BADD-3D284791F590}" type="pres">
      <dgm:prSet presAssocID="{F2F893B3-1E28-46F8-A206-4F1CA5F085FD}" presName="node" presStyleLbl="node1" presStyleIdx="2" presStyleCnt="3">
        <dgm:presLayoutVars>
          <dgm:bulletEnabled val="1"/>
        </dgm:presLayoutVars>
      </dgm:prSet>
      <dgm:spPr/>
    </dgm:pt>
  </dgm:ptLst>
  <dgm:cxnLst>
    <dgm:cxn modelId="{09A14B16-E250-48A6-B5F8-F481D1D47ED6}" srcId="{F0C4558F-8817-4E13-B1D0-926323033D2C}" destId="{6DF1C7D7-01EA-410E-8557-B95FBE5E6E98}" srcOrd="0" destOrd="0" parTransId="{6D26A841-00B5-4151-B22C-BA1CC61D4160}" sibTransId="{FB6D9667-4088-41F9-870C-C875AA9EF3A5}"/>
    <dgm:cxn modelId="{1C23E92B-6FD1-46F9-8A0D-82FD8AB61D02}" type="presOf" srcId="{FB6D9667-4088-41F9-870C-C875AA9EF3A5}" destId="{8819048D-DE71-4EDD-B034-6700376AB694}" srcOrd="0" destOrd="0" presId="urn:microsoft.com/office/officeart/2005/8/layout/process2"/>
    <dgm:cxn modelId="{DADBC135-CBB2-475D-8522-9EF46593124D}" srcId="{F0C4558F-8817-4E13-B1D0-926323033D2C}" destId="{2067ADBE-2A29-452D-8ED1-17496096919B}" srcOrd="1" destOrd="0" parTransId="{ED2A826B-4D12-41B5-9717-5DD1F63993E2}" sibTransId="{111F6E32-FC28-47F5-881C-4B9B1083D9E8}"/>
    <dgm:cxn modelId="{DBA61462-7CD6-43A6-B2D6-3FEB89315936}" srcId="{F0C4558F-8817-4E13-B1D0-926323033D2C}" destId="{F2F893B3-1E28-46F8-A206-4F1CA5F085FD}" srcOrd="2" destOrd="0" parTransId="{9D3D46AD-12D7-4A43-8FD7-A0B99D837B5F}" sibTransId="{B14B97D7-D3C4-4D78-8700-AF3A94D740C3}"/>
    <dgm:cxn modelId="{9E992073-24DB-4310-84D9-B0D4B725D1C4}" type="presOf" srcId="{F2F893B3-1E28-46F8-A206-4F1CA5F085FD}" destId="{2FF4A031-57BD-4F40-BADD-3D284791F590}" srcOrd="0" destOrd="0" presId="urn:microsoft.com/office/officeart/2005/8/layout/process2"/>
    <dgm:cxn modelId="{80946574-F267-4FDE-9B22-70F15BC220A7}" type="presOf" srcId="{FB6D9667-4088-41F9-870C-C875AA9EF3A5}" destId="{981A7F7F-F2F1-4F40-AB8A-232F7602F296}" srcOrd="1" destOrd="0" presId="urn:microsoft.com/office/officeart/2005/8/layout/process2"/>
    <dgm:cxn modelId="{D465C290-66F8-4423-93AA-0BA9A509908D}" type="presOf" srcId="{2067ADBE-2A29-452D-8ED1-17496096919B}" destId="{D69E0800-3D6C-422B-9697-707EB9611E97}" srcOrd="0" destOrd="0" presId="urn:microsoft.com/office/officeart/2005/8/layout/process2"/>
    <dgm:cxn modelId="{456270B5-BC66-4C5B-8155-886B0DA92CF0}" type="presOf" srcId="{111F6E32-FC28-47F5-881C-4B9B1083D9E8}" destId="{3187BFAA-C83C-4F25-A016-A9BBD08CE988}" srcOrd="0" destOrd="0" presId="urn:microsoft.com/office/officeart/2005/8/layout/process2"/>
    <dgm:cxn modelId="{36090FC1-B1E6-42EA-A897-9FDF4A26E0DF}" type="presOf" srcId="{111F6E32-FC28-47F5-881C-4B9B1083D9E8}" destId="{EE929764-AD37-48F5-90A3-33DFEA7F1FAB}" srcOrd="1" destOrd="0" presId="urn:microsoft.com/office/officeart/2005/8/layout/process2"/>
    <dgm:cxn modelId="{54B533E5-4232-4C3C-9F30-64ABCDFB5B73}" type="presOf" srcId="{6DF1C7D7-01EA-410E-8557-B95FBE5E6E98}" destId="{5E398BDA-EFE9-46BE-80F3-92B74CFE2E27}" srcOrd="0" destOrd="0" presId="urn:microsoft.com/office/officeart/2005/8/layout/process2"/>
    <dgm:cxn modelId="{87DA8CE6-2AAC-4559-8228-6BB6BB19636B}" type="presOf" srcId="{F0C4558F-8817-4E13-B1D0-926323033D2C}" destId="{82654C82-2556-48EE-8EFE-1E11473B26D7}" srcOrd="0" destOrd="0" presId="urn:microsoft.com/office/officeart/2005/8/layout/process2"/>
    <dgm:cxn modelId="{28F8D6F3-48B8-4D9E-9835-3D67971C8B46}" type="presParOf" srcId="{82654C82-2556-48EE-8EFE-1E11473B26D7}" destId="{5E398BDA-EFE9-46BE-80F3-92B74CFE2E27}" srcOrd="0" destOrd="0" presId="urn:microsoft.com/office/officeart/2005/8/layout/process2"/>
    <dgm:cxn modelId="{8E7E212A-8DCB-431C-9A83-5621034A3501}" type="presParOf" srcId="{82654C82-2556-48EE-8EFE-1E11473B26D7}" destId="{8819048D-DE71-4EDD-B034-6700376AB694}" srcOrd="1" destOrd="0" presId="urn:microsoft.com/office/officeart/2005/8/layout/process2"/>
    <dgm:cxn modelId="{5B0C083A-29CB-4D66-8A04-D4B9BD6149E4}" type="presParOf" srcId="{8819048D-DE71-4EDD-B034-6700376AB694}" destId="{981A7F7F-F2F1-4F40-AB8A-232F7602F296}" srcOrd="0" destOrd="0" presId="urn:microsoft.com/office/officeart/2005/8/layout/process2"/>
    <dgm:cxn modelId="{EF0F671F-F97B-450C-B6F6-AEEFA016D903}" type="presParOf" srcId="{82654C82-2556-48EE-8EFE-1E11473B26D7}" destId="{D69E0800-3D6C-422B-9697-707EB9611E97}" srcOrd="2" destOrd="0" presId="urn:microsoft.com/office/officeart/2005/8/layout/process2"/>
    <dgm:cxn modelId="{DAAEB573-EAB4-4D3C-B9FF-404F5EBBBDE2}" type="presParOf" srcId="{82654C82-2556-48EE-8EFE-1E11473B26D7}" destId="{3187BFAA-C83C-4F25-A016-A9BBD08CE988}" srcOrd="3" destOrd="0" presId="urn:microsoft.com/office/officeart/2005/8/layout/process2"/>
    <dgm:cxn modelId="{386895A5-F8D7-47AC-A3D6-D64482E376AC}" type="presParOf" srcId="{3187BFAA-C83C-4F25-A016-A9BBD08CE988}" destId="{EE929764-AD37-48F5-90A3-33DFEA7F1FAB}" srcOrd="0" destOrd="0" presId="urn:microsoft.com/office/officeart/2005/8/layout/process2"/>
    <dgm:cxn modelId="{5B949AE4-7B61-4A0D-B207-679ED2F4B78B}" type="presParOf" srcId="{82654C82-2556-48EE-8EFE-1E11473B26D7}" destId="{2FF4A031-57BD-4F40-BADD-3D284791F590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0C4558F-8817-4E13-B1D0-926323033D2C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6DF1C7D7-01EA-410E-8557-B95FBE5E6E98}">
      <dgm:prSet phldrT="[Text]" phldr="0"/>
      <dgm:spPr/>
      <dgm:t>
        <a:bodyPr/>
        <a:lstStyle/>
        <a:p>
          <a:r>
            <a:rPr lang="en-US">
              <a:latin typeface="Calibri" panose="020F0502020204030204"/>
            </a:rPr>
            <a:t>Ser-2</a:t>
          </a:r>
          <a:endParaRPr lang="en-US"/>
        </a:p>
      </dgm:t>
    </dgm:pt>
    <dgm:pt modelId="{6D26A841-00B5-4151-B22C-BA1CC61D4160}" type="parTrans" cxnId="{09A14B16-E250-48A6-B5F8-F481D1D47ED6}">
      <dgm:prSet/>
      <dgm:spPr/>
    </dgm:pt>
    <dgm:pt modelId="{FB6D9667-4088-41F9-870C-C875AA9EF3A5}" type="sibTrans" cxnId="{09A14B16-E250-48A6-B5F8-F481D1D47ED6}">
      <dgm:prSet/>
      <dgm:spPr/>
      <dgm:t>
        <a:bodyPr/>
        <a:lstStyle/>
        <a:p>
          <a:endParaRPr lang="en-US"/>
        </a:p>
      </dgm:t>
    </dgm:pt>
    <dgm:pt modelId="{2067ADBE-2A29-452D-8ED1-17496096919B}">
      <dgm:prSet phldrT="[Text]" phldr="0"/>
      <dgm:spPr/>
      <dgm:t>
        <a:bodyPr/>
        <a:lstStyle/>
        <a:p>
          <a:r>
            <a:rPr lang="en-US">
              <a:latin typeface="Calibri" panose="020F0502020204030204"/>
            </a:rPr>
            <a:t>Lib</a:t>
          </a:r>
          <a:endParaRPr lang="en-US"/>
        </a:p>
      </dgm:t>
    </dgm:pt>
    <dgm:pt modelId="{ED2A826B-4D12-41B5-9717-5DD1F63993E2}" type="parTrans" cxnId="{DADBC135-CBB2-475D-8522-9EF46593124D}">
      <dgm:prSet/>
      <dgm:spPr/>
    </dgm:pt>
    <dgm:pt modelId="{111F6E32-FC28-47F5-881C-4B9B1083D9E8}" type="sibTrans" cxnId="{DADBC135-CBB2-475D-8522-9EF46593124D}">
      <dgm:prSet/>
      <dgm:spPr/>
      <dgm:t>
        <a:bodyPr/>
        <a:lstStyle/>
        <a:p>
          <a:endParaRPr lang="en-US"/>
        </a:p>
      </dgm:t>
    </dgm:pt>
    <dgm:pt modelId="{F2F893B3-1E28-46F8-A206-4F1CA5F085FD}">
      <dgm:prSet phldrT="[Text]" phldr="0"/>
      <dgm:spPr/>
      <dgm:t>
        <a:bodyPr/>
        <a:lstStyle/>
        <a:p>
          <a:r>
            <a:rPr lang="en-US">
              <a:latin typeface="Calibri" panose="020F0502020204030204"/>
            </a:rPr>
            <a:t>DB</a:t>
          </a:r>
          <a:endParaRPr lang="en-US"/>
        </a:p>
      </dgm:t>
    </dgm:pt>
    <dgm:pt modelId="{9D3D46AD-12D7-4A43-8FD7-A0B99D837B5F}" type="parTrans" cxnId="{DBA61462-7CD6-43A6-B2D6-3FEB89315936}">
      <dgm:prSet/>
      <dgm:spPr/>
    </dgm:pt>
    <dgm:pt modelId="{B14B97D7-D3C4-4D78-8700-AF3A94D740C3}" type="sibTrans" cxnId="{DBA61462-7CD6-43A6-B2D6-3FEB89315936}">
      <dgm:prSet/>
      <dgm:spPr/>
    </dgm:pt>
    <dgm:pt modelId="{82654C82-2556-48EE-8EFE-1E11473B26D7}" type="pres">
      <dgm:prSet presAssocID="{F0C4558F-8817-4E13-B1D0-926323033D2C}" presName="linearFlow" presStyleCnt="0">
        <dgm:presLayoutVars>
          <dgm:resizeHandles val="exact"/>
        </dgm:presLayoutVars>
      </dgm:prSet>
      <dgm:spPr/>
    </dgm:pt>
    <dgm:pt modelId="{5E398BDA-EFE9-46BE-80F3-92B74CFE2E27}" type="pres">
      <dgm:prSet presAssocID="{6DF1C7D7-01EA-410E-8557-B95FBE5E6E98}" presName="node" presStyleLbl="node1" presStyleIdx="0" presStyleCnt="3">
        <dgm:presLayoutVars>
          <dgm:bulletEnabled val="1"/>
        </dgm:presLayoutVars>
      </dgm:prSet>
      <dgm:spPr/>
    </dgm:pt>
    <dgm:pt modelId="{8819048D-DE71-4EDD-B034-6700376AB694}" type="pres">
      <dgm:prSet presAssocID="{FB6D9667-4088-41F9-870C-C875AA9EF3A5}" presName="sibTrans" presStyleLbl="sibTrans2D1" presStyleIdx="0" presStyleCnt="2"/>
      <dgm:spPr/>
    </dgm:pt>
    <dgm:pt modelId="{981A7F7F-F2F1-4F40-AB8A-232F7602F296}" type="pres">
      <dgm:prSet presAssocID="{FB6D9667-4088-41F9-870C-C875AA9EF3A5}" presName="connectorText" presStyleLbl="sibTrans2D1" presStyleIdx="0" presStyleCnt="2"/>
      <dgm:spPr/>
    </dgm:pt>
    <dgm:pt modelId="{D69E0800-3D6C-422B-9697-707EB9611E97}" type="pres">
      <dgm:prSet presAssocID="{2067ADBE-2A29-452D-8ED1-17496096919B}" presName="node" presStyleLbl="node1" presStyleIdx="1" presStyleCnt="3">
        <dgm:presLayoutVars>
          <dgm:bulletEnabled val="1"/>
        </dgm:presLayoutVars>
      </dgm:prSet>
      <dgm:spPr/>
    </dgm:pt>
    <dgm:pt modelId="{3187BFAA-C83C-4F25-A016-A9BBD08CE988}" type="pres">
      <dgm:prSet presAssocID="{111F6E32-FC28-47F5-881C-4B9B1083D9E8}" presName="sibTrans" presStyleLbl="sibTrans2D1" presStyleIdx="1" presStyleCnt="2"/>
      <dgm:spPr/>
    </dgm:pt>
    <dgm:pt modelId="{EE929764-AD37-48F5-90A3-33DFEA7F1FAB}" type="pres">
      <dgm:prSet presAssocID="{111F6E32-FC28-47F5-881C-4B9B1083D9E8}" presName="connectorText" presStyleLbl="sibTrans2D1" presStyleIdx="1" presStyleCnt="2"/>
      <dgm:spPr/>
    </dgm:pt>
    <dgm:pt modelId="{2FF4A031-57BD-4F40-BADD-3D284791F590}" type="pres">
      <dgm:prSet presAssocID="{F2F893B3-1E28-46F8-A206-4F1CA5F085FD}" presName="node" presStyleLbl="node1" presStyleIdx="2" presStyleCnt="3">
        <dgm:presLayoutVars>
          <dgm:bulletEnabled val="1"/>
        </dgm:presLayoutVars>
      </dgm:prSet>
      <dgm:spPr/>
    </dgm:pt>
  </dgm:ptLst>
  <dgm:cxnLst>
    <dgm:cxn modelId="{09A14B16-E250-48A6-B5F8-F481D1D47ED6}" srcId="{F0C4558F-8817-4E13-B1D0-926323033D2C}" destId="{6DF1C7D7-01EA-410E-8557-B95FBE5E6E98}" srcOrd="0" destOrd="0" parTransId="{6D26A841-00B5-4151-B22C-BA1CC61D4160}" sibTransId="{FB6D9667-4088-41F9-870C-C875AA9EF3A5}"/>
    <dgm:cxn modelId="{1C23E92B-6FD1-46F9-8A0D-82FD8AB61D02}" type="presOf" srcId="{FB6D9667-4088-41F9-870C-C875AA9EF3A5}" destId="{8819048D-DE71-4EDD-B034-6700376AB694}" srcOrd="0" destOrd="0" presId="urn:microsoft.com/office/officeart/2005/8/layout/process2"/>
    <dgm:cxn modelId="{DADBC135-CBB2-475D-8522-9EF46593124D}" srcId="{F0C4558F-8817-4E13-B1D0-926323033D2C}" destId="{2067ADBE-2A29-452D-8ED1-17496096919B}" srcOrd="1" destOrd="0" parTransId="{ED2A826B-4D12-41B5-9717-5DD1F63993E2}" sibTransId="{111F6E32-FC28-47F5-881C-4B9B1083D9E8}"/>
    <dgm:cxn modelId="{DBA61462-7CD6-43A6-B2D6-3FEB89315936}" srcId="{F0C4558F-8817-4E13-B1D0-926323033D2C}" destId="{F2F893B3-1E28-46F8-A206-4F1CA5F085FD}" srcOrd="2" destOrd="0" parTransId="{9D3D46AD-12D7-4A43-8FD7-A0B99D837B5F}" sibTransId="{B14B97D7-D3C4-4D78-8700-AF3A94D740C3}"/>
    <dgm:cxn modelId="{9E992073-24DB-4310-84D9-B0D4B725D1C4}" type="presOf" srcId="{F2F893B3-1E28-46F8-A206-4F1CA5F085FD}" destId="{2FF4A031-57BD-4F40-BADD-3D284791F590}" srcOrd="0" destOrd="0" presId="urn:microsoft.com/office/officeart/2005/8/layout/process2"/>
    <dgm:cxn modelId="{80946574-F267-4FDE-9B22-70F15BC220A7}" type="presOf" srcId="{FB6D9667-4088-41F9-870C-C875AA9EF3A5}" destId="{981A7F7F-F2F1-4F40-AB8A-232F7602F296}" srcOrd="1" destOrd="0" presId="urn:microsoft.com/office/officeart/2005/8/layout/process2"/>
    <dgm:cxn modelId="{D465C290-66F8-4423-93AA-0BA9A509908D}" type="presOf" srcId="{2067ADBE-2A29-452D-8ED1-17496096919B}" destId="{D69E0800-3D6C-422B-9697-707EB9611E97}" srcOrd="0" destOrd="0" presId="urn:microsoft.com/office/officeart/2005/8/layout/process2"/>
    <dgm:cxn modelId="{456270B5-BC66-4C5B-8155-886B0DA92CF0}" type="presOf" srcId="{111F6E32-FC28-47F5-881C-4B9B1083D9E8}" destId="{3187BFAA-C83C-4F25-A016-A9BBD08CE988}" srcOrd="0" destOrd="0" presId="urn:microsoft.com/office/officeart/2005/8/layout/process2"/>
    <dgm:cxn modelId="{36090FC1-B1E6-42EA-A897-9FDF4A26E0DF}" type="presOf" srcId="{111F6E32-FC28-47F5-881C-4B9B1083D9E8}" destId="{EE929764-AD37-48F5-90A3-33DFEA7F1FAB}" srcOrd="1" destOrd="0" presId="urn:microsoft.com/office/officeart/2005/8/layout/process2"/>
    <dgm:cxn modelId="{54B533E5-4232-4C3C-9F30-64ABCDFB5B73}" type="presOf" srcId="{6DF1C7D7-01EA-410E-8557-B95FBE5E6E98}" destId="{5E398BDA-EFE9-46BE-80F3-92B74CFE2E27}" srcOrd="0" destOrd="0" presId="urn:microsoft.com/office/officeart/2005/8/layout/process2"/>
    <dgm:cxn modelId="{87DA8CE6-2AAC-4559-8228-6BB6BB19636B}" type="presOf" srcId="{F0C4558F-8817-4E13-B1D0-926323033D2C}" destId="{82654C82-2556-48EE-8EFE-1E11473B26D7}" srcOrd="0" destOrd="0" presId="urn:microsoft.com/office/officeart/2005/8/layout/process2"/>
    <dgm:cxn modelId="{28F8D6F3-48B8-4D9E-9835-3D67971C8B46}" type="presParOf" srcId="{82654C82-2556-48EE-8EFE-1E11473B26D7}" destId="{5E398BDA-EFE9-46BE-80F3-92B74CFE2E27}" srcOrd="0" destOrd="0" presId="urn:microsoft.com/office/officeart/2005/8/layout/process2"/>
    <dgm:cxn modelId="{8E7E212A-8DCB-431C-9A83-5621034A3501}" type="presParOf" srcId="{82654C82-2556-48EE-8EFE-1E11473B26D7}" destId="{8819048D-DE71-4EDD-B034-6700376AB694}" srcOrd="1" destOrd="0" presId="urn:microsoft.com/office/officeart/2005/8/layout/process2"/>
    <dgm:cxn modelId="{5B0C083A-29CB-4D66-8A04-D4B9BD6149E4}" type="presParOf" srcId="{8819048D-DE71-4EDD-B034-6700376AB694}" destId="{981A7F7F-F2F1-4F40-AB8A-232F7602F296}" srcOrd="0" destOrd="0" presId="urn:microsoft.com/office/officeart/2005/8/layout/process2"/>
    <dgm:cxn modelId="{EF0F671F-F97B-450C-B6F6-AEEFA016D903}" type="presParOf" srcId="{82654C82-2556-48EE-8EFE-1E11473B26D7}" destId="{D69E0800-3D6C-422B-9697-707EB9611E97}" srcOrd="2" destOrd="0" presId="urn:microsoft.com/office/officeart/2005/8/layout/process2"/>
    <dgm:cxn modelId="{DAAEB573-EAB4-4D3C-B9FF-404F5EBBBDE2}" type="presParOf" srcId="{82654C82-2556-48EE-8EFE-1E11473B26D7}" destId="{3187BFAA-C83C-4F25-A016-A9BBD08CE988}" srcOrd="3" destOrd="0" presId="urn:microsoft.com/office/officeart/2005/8/layout/process2"/>
    <dgm:cxn modelId="{386895A5-F8D7-47AC-A3D6-D64482E376AC}" type="presParOf" srcId="{3187BFAA-C83C-4F25-A016-A9BBD08CE988}" destId="{EE929764-AD37-48F5-90A3-33DFEA7F1FAB}" srcOrd="0" destOrd="0" presId="urn:microsoft.com/office/officeart/2005/8/layout/process2"/>
    <dgm:cxn modelId="{5B949AE4-7B61-4A0D-B207-679ED2F4B78B}" type="presParOf" srcId="{82654C82-2556-48EE-8EFE-1E11473B26D7}" destId="{2FF4A031-57BD-4F40-BADD-3D284791F590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0C4558F-8817-4E13-B1D0-926323033D2C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6DF1C7D7-01EA-410E-8557-B95FBE5E6E98}">
      <dgm:prSet phldrT="[Text]" phldr="0"/>
      <dgm:spPr/>
      <dgm:t>
        <a:bodyPr/>
        <a:lstStyle/>
        <a:p>
          <a:r>
            <a:rPr lang="en-US">
              <a:latin typeface="Calibri" panose="020F0502020204030204"/>
            </a:rPr>
            <a:t>Ser-4</a:t>
          </a:r>
          <a:endParaRPr lang="en-US"/>
        </a:p>
      </dgm:t>
    </dgm:pt>
    <dgm:pt modelId="{6D26A841-00B5-4151-B22C-BA1CC61D4160}" type="parTrans" cxnId="{09A14B16-E250-48A6-B5F8-F481D1D47ED6}">
      <dgm:prSet/>
      <dgm:spPr/>
    </dgm:pt>
    <dgm:pt modelId="{FB6D9667-4088-41F9-870C-C875AA9EF3A5}" type="sibTrans" cxnId="{09A14B16-E250-48A6-B5F8-F481D1D47ED6}">
      <dgm:prSet/>
      <dgm:spPr/>
      <dgm:t>
        <a:bodyPr/>
        <a:lstStyle/>
        <a:p>
          <a:endParaRPr lang="en-US"/>
        </a:p>
      </dgm:t>
    </dgm:pt>
    <dgm:pt modelId="{2067ADBE-2A29-452D-8ED1-17496096919B}">
      <dgm:prSet phldrT="[Text]" phldr="0"/>
      <dgm:spPr/>
      <dgm:t>
        <a:bodyPr/>
        <a:lstStyle/>
        <a:p>
          <a:r>
            <a:rPr lang="en-US">
              <a:latin typeface="Calibri" panose="020F0502020204030204"/>
            </a:rPr>
            <a:t>Lib</a:t>
          </a:r>
          <a:endParaRPr lang="en-US"/>
        </a:p>
      </dgm:t>
    </dgm:pt>
    <dgm:pt modelId="{ED2A826B-4D12-41B5-9717-5DD1F63993E2}" type="parTrans" cxnId="{DADBC135-CBB2-475D-8522-9EF46593124D}">
      <dgm:prSet/>
      <dgm:spPr/>
    </dgm:pt>
    <dgm:pt modelId="{111F6E32-FC28-47F5-881C-4B9B1083D9E8}" type="sibTrans" cxnId="{DADBC135-CBB2-475D-8522-9EF46593124D}">
      <dgm:prSet/>
      <dgm:spPr/>
      <dgm:t>
        <a:bodyPr/>
        <a:lstStyle/>
        <a:p>
          <a:endParaRPr lang="en-US"/>
        </a:p>
      </dgm:t>
    </dgm:pt>
    <dgm:pt modelId="{F2F893B3-1E28-46F8-A206-4F1CA5F085FD}">
      <dgm:prSet phldrT="[Text]" phldr="0"/>
      <dgm:spPr/>
      <dgm:t>
        <a:bodyPr/>
        <a:lstStyle/>
        <a:p>
          <a:r>
            <a:rPr lang="en-US">
              <a:latin typeface="Calibri" panose="020F0502020204030204"/>
            </a:rPr>
            <a:t>DB</a:t>
          </a:r>
          <a:endParaRPr lang="en-US"/>
        </a:p>
      </dgm:t>
    </dgm:pt>
    <dgm:pt modelId="{9D3D46AD-12D7-4A43-8FD7-A0B99D837B5F}" type="parTrans" cxnId="{DBA61462-7CD6-43A6-B2D6-3FEB89315936}">
      <dgm:prSet/>
      <dgm:spPr/>
    </dgm:pt>
    <dgm:pt modelId="{B14B97D7-D3C4-4D78-8700-AF3A94D740C3}" type="sibTrans" cxnId="{DBA61462-7CD6-43A6-B2D6-3FEB89315936}">
      <dgm:prSet/>
      <dgm:spPr/>
    </dgm:pt>
    <dgm:pt modelId="{82654C82-2556-48EE-8EFE-1E11473B26D7}" type="pres">
      <dgm:prSet presAssocID="{F0C4558F-8817-4E13-B1D0-926323033D2C}" presName="linearFlow" presStyleCnt="0">
        <dgm:presLayoutVars>
          <dgm:resizeHandles val="exact"/>
        </dgm:presLayoutVars>
      </dgm:prSet>
      <dgm:spPr/>
    </dgm:pt>
    <dgm:pt modelId="{5E398BDA-EFE9-46BE-80F3-92B74CFE2E27}" type="pres">
      <dgm:prSet presAssocID="{6DF1C7D7-01EA-410E-8557-B95FBE5E6E98}" presName="node" presStyleLbl="node1" presStyleIdx="0" presStyleCnt="3">
        <dgm:presLayoutVars>
          <dgm:bulletEnabled val="1"/>
        </dgm:presLayoutVars>
      </dgm:prSet>
      <dgm:spPr/>
    </dgm:pt>
    <dgm:pt modelId="{8819048D-DE71-4EDD-B034-6700376AB694}" type="pres">
      <dgm:prSet presAssocID="{FB6D9667-4088-41F9-870C-C875AA9EF3A5}" presName="sibTrans" presStyleLbl="sibTrans2D1" presStyleIdx="0" presStyleCnt="2"/>
      <dgm:spPr/>
    </dgm:pt>
    <dgm:pt modelId="{981A7F7F-F2F1-4F40-AB8A-232F7602F296}" type="pres">
      <dgm:prSet presAssocID="{FB6D9667-4088-41F9-870C-C875AA9EF3A5}" presName="connectorText" presStyleLbl="sibTrans2D1" presStyleIdx="0" presStyleCnt="2"/>
      <dgm:spPr/>
    </dgm:pt>
    <dgm:pt modelId="{D69E0800-3D6C-422B-9697-707EB9611E97}" type="pres">
      <dgm:prSet presAssocID="{2067ADBE-2A29-452D-8ED1-17496096919B}" presName="node" presStyleLbl="node1" presStyleIdx="1" presStyleCnt="3">
        <dgm:presLayoutVars>
          <dgm:bulletEnabled val="1"/>
        </dgm:presLayoutVars>
      </dgm:prSet>
      <dgm:spPr/>
    </dgm:pt>
    <dgm:pt modelId="{3187BFAA-C83C-4F25-A016-A9BBD08CE988}" type="pres">
      <dgm:prSet presAssocID="{111F6E32-FC28-47F5-881C-4B9B1083D9E8}" presName="sibTrans" presStyleLbl="sibTrans2D1" presStyleIdx="1" presStyleCnt="2"/>
      <dgm:spPr/>
    </dgm:pt>
    <dgm:pt modelId="{EE929764-AD37-48F5-90A3-33DFEA7F1FAB}" type="pres">
      <dgm:prSet presAssocID="{111F6E32-FC28-47F5-881C-4B9B1083D9E8}" presName="connectorText" presStyleLbl="sibTrans2D1" presStyleIdx="1" presStyleCnt="2"/>
      <dgm:spPr/>
    </dgm:pt>
    <dgm:pt modelId="{2FF4A031-57BD-4F40-BADD-3D284791F590}" type="pres">
      <dgm:prSet presAssocID="{F2F893B3-1E28-46F8-A206-4F1CA5F085FD}" presName="node" presStyleLbl="node1" presStyleIdx="2" presStyleCnt="3">
        <dgm:presLayoutVars>
          <dgm:bulletEnabled val="1"/>
        </dgm:presLayoutVars>
      </dgm:prSet>
      <dgm:spPr/>
    </dgm:pt>
  </dgm:ptLst>
  <dgm:cxnLst>
    <dgm:cxn modelId="{09A14B16-E250-48A6-B5F8-F481D1D47ED6}" srcId="{F0C4558F-8817-4E13-B1D0-926323033D2C}" destId="{6DF1C7D7-01EA-410E-8557-B95FBE5E6E98}" srcOrd="0" destOrd="0" parTransId="{6D26A841-00B5-4151-B22C-BA1CC61D4160}" sibTransId="{FB6D9667-4088-41F9-870C-C875AA9EF3A5}"/>
    <dgm:cxn modelId="{1C23E92B-6FD1-46F9-8A0D-82FD8AB61D02}" type="presOf" srcId="{FB6D9667-4088-41F9-870C-C875AA9EF3A5}" destId="{8819048D-DE71-4EDD-B034-6700376AB694}" srcOrd="0" destOrd="0" presId="urn:microsoft.com/office/officeart/2005/8/layout/process2"/>
    <dgm:cxn modelId="{DADBC135-CBB2-475D-8522-9EF46593124D}" srcId="{F0C4558F-8817-4E13-B1D0-926323033D2C}" destId="{2067ADBE-2A29-452D-8ED1-17496096919B}" srcOrd="1" destOrd="0" parTransId="{ED2A826B-4D12-41B5-9717-5DD1F63993E2}" sibTransId="{111F6E32-FC28-47F5-881C-4B9B1083D9E8}"/>
    <dgm:cxn modelId="{DBA61462-7CD6-43A6-B2D6-3FEB89315936}" srcId="{F0C4558F-8817-4E13-B1D0-926323033D2C}" destId="{F2F893B3-1E28-46F8-A206-4F1CA5F085FD}" srcOrd="2" destOrd="0" parTransId="{9D3D46AD-12D7-4A43-8FD7-A0B99D837B5F}" sibTransId="{B14B97D7-D3C4-4D78-8700-AF3A94D740C3}"/>
    <dgm:cxn modelId="{9E992073-24DB-4310-84D9-B0D4B725D1C4}" type="presOf" srcId="{F2F893B3-1E28-46F8-A206-4F1CA5F085FD}" destId="{2FF4A031-57BD-4F40-BADD-3D284791F590}" srcOrd="0" destOrd="0" presId="urn:microsoft.com/office/officeart/2005/8/layout/process2"/>
    <dgm:cxn modelId="{80946574-F267-4FDE-9B22-70F15BC220A7}" type="presOf" srcId="{FB6D9667-4088-41F9-870C-C875AA9EF3A5}" destId="{981A7F7F-F2F1-4F40-AB8A-232F7602F296}" srcOrd="1" destOrd="0" presId="urn:microsoft.com/office/officeart/2005/8/layout/process2"/>
    <dgm:cxn modelId="{D465C290-66F8-4423-93AA-0BA9A509908D}" type="presOf" srcId="{2067ADBE-2A29-452D-8ED1-17496096919B}" destId="{D69E0800-3D6C-422B-9697-707EB9611E97}" srcOrd="0" destOrd="0" presId="urn:microsoft.com/office/officeart/2005/8/layout/process2"/>
    <dgm:cxn modelId="{456270B5-BC66-4C5B-8155-886B0DA92CF0}" type="presOf" srcId="{111F6E32-FC28-47F5-881C-4B9B1083D9E8}" destId="{3187BFAA-C83C-4F25-A016-A9BBD08CE988}" srcOrd="0" destOrd="0" presId="urn:microsoft.com/office/officeart/2005/8/layout/process2"/>
    <dgm:cxn modelId="{36090FC1-B1E6-42EA-A897-9FDF4A26E0DF}" type="presOf" srcId="{111F6E32-FC28-47F5-881C-4B9B1083D9E8}" destId="{EE929764-AD37-48F5-90A3-33DFEA7F1FAB}" srcOrd="1" destOrd="0" presId="urn:microsoft.com/office/officeart/2005/8/layout/process2"/>
    <dgm:cxn modelId="{54B533E5-4232-4C3C-9F30-64ABCDFB5B73}" type="presOf" srcId="{6DF1C7D7-01EA-410E-8557-B95FBE5E6E98}" destId="{5E398BDA-EFE9-46BE-80F3-92B74CFE2E27}" srcOrd="0" destOrd="0" presId="urn:microsoft.com/office/officeart/2005/8/layout/process2"/>
    <dgm:cxn modelId="{87DA8CE6-2AAC-4559-8228-6BB6BB19636B}" type="presOf" srcId="{F0C4558F-8817-4E13-B1D0-926323033D2C}" destId="{82654C82-2556-48EE-8EFE-1E11473B26D7}" srcOrd="0" destOrd="0" presId="urn:microsoft.com/office/officeart/2005/8/layout/process2"/>
    <dgm:cxn modelId="{28F8D6F3-48B8-4D9E-9835-3D67971C8B46}" type="presParOf" srcId="{82654C82-2556-48EE-8EFE-1E11473B26D7}" destId="{5E398BDA-EFE9-46BE-80F3-92B74CFE2E27}" srcOrd="0" destOrd="0" presId="urn:microsoft.com/office/officeart/2005/8/layout/process2"/>
    <dgm:cxn modelId="{8E7E212A-8DCB-431C-9A83-5621034A3501}" type="presParOf" srcId="{82654C82-2556-48EE-8EFE-1E11473B26D7}" destId="{8819048D-DE71-4EDD-B034-6700376AB694}" srcOrd="1" destOrd="0" presId="urn:microsoft.com/office/officeart/2005/8/layout/process2"/>
    <dgm:cxn modelId="{5B0C083A-29CB-4D66-8A04-D4B9BD6149E4}" type="presParOf" srcId="{8819048D-DE71-4EDD-B034-6700376AB694}" destId="{981A7F7F-F2F1-4F40-AB8A-232F7602F296}" srcOrd="0" destOrd="0" presId="urn:microsoft.com/office/officeart/2005/8/layout/process2"/>
    <dgm:cxn modelId="{EF0F671F-F97B-450C-B6F6-AEEFA016D903}" type="presParOf" srcId="{82654C82-2556-48EE-8EFE-1E11473B26D7}" destId="{D69E0800-3D6C-422B-9697-707EB9611E97}" srcOrd="2" destOrd="0" presId="urn:microsoft.com/office/officeart/2005/8/layout/process2"/>
    <dgm:cxn modelId="{DAAEB573-EAB4-4D3C-B9FF-404F5EBBBDE2}" type="presParOf" srcId="{82654C82-2556-48EE-8EFE-1E11473B26D7}" destId="{3187BFAA-C83C-4F25-A016-A9BBD08CE988}" srcOrd="3" destOrd="0" presId="urn:microsoft.com/office/officeart/2005/8/layout/process2"/>
    <dgm:cxn modelId="{386895A5-F8D7-47AC-A3D6-D64482E376AC}" type="presParOf" srcId="{3187BFAA-C83C-4F25-A016-A9BBD08CE988}" destId="{EE929764-AD37-48F5-90A3-33DFEA7F1FAB}" srcOrd="0" destOrd="0" presId="urn:microsoft.com/office/officeart/2005/8/layout/process2"/>
    <dgm:cxn modelId="{5B949AE4-7B61-4A0D-B207-679ED2F4B78B}" type="presParOf" srcId="{82654C82-2556-48EE-8EFE-1E11473B26D7}" destId="{2FF4A031-57BD-4F40-BADD-3D284791F590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0C4558F-8817-4E13-B1D0-926323033D2C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6DF1C7D7-01EA-410E-8557-B95FBE5E6E98}">
      <dgm:prSet phldrT="[Text]" phldr="0"/>
      <dgm:spPr/>
      <dgm:t>
        <a:bodyPr/>
        <a:lstStyle/>
        <a:p>
          <a:r>
            <a:rPr lang="en-US">
              <a:latin typeface="Calibri" panose="020F0502020204030204"/>
            </a:rPr>
            <a:t>Ser-3</a:t>
          </a:r>
          <a:endParaRPr lang="en-US"/>
        </a:p>
      </dgm:t>
    </dgm:pt>
    <dgm:pt modelId="{6D26A841-00B5-4151-B22C-BA1CC61D4160}" type="parTrans" cxnId="{09A14B16-E250-48A6-B5F8-F481D1D47ED6}">
      <dgm:prSet/>
      <dgm:spPr/>
    </dgm:pt>
    <dgm:pt modelId="{FB6D9667-4088-41F9-870C-C875AA9EF3A5}" type="sibTrans" cxnId="{09A14B16-E250-48A6-B5F8-F481D1D47ED6}">
      <dgm:prSet/>
      <dgm:spPr/>
      <dgm:t>
        <a:bodyPr/>
        <a:lstStyle/>
        <a:p>
          <a:endParaRPr lang="en-US"/>
        </a:p>
      </dgm:t>
    </dgm:pt>
    <dgm:pt modelId="{2067ADBE-2A29-452D-8ED1-17496096919B}">
      <dgm:prSet phldrT="[Text]" phldr="0"/>
      <dgm:spPr/>
      <dgm:t>
        <a:bodyPr/>
        <a:lstStyle/>
        <a:p>
          <a:r>
            <a:rPr lang="en-US">
              <a:latin typeface="Calibri" panose="020F0502020204030204"/>
            </a:rPr>
            <a:t>Lib</a:t>
          </a:r>
          <a:endParaRPr lang="en-US"/>
        </a:p>
      </dgm:t>
    </dgm:pt>
    <dgm:pt modelId="{ED2A826B-4D12-41B5-9717-5DD1F63993E2}" type="parTrans" cxnId="{DADBC135-CBB2-475D-8522-9EF46593124D}">
      <dgm:prSet/>
      <dgm:spPr/>
    </dgm:pt>
    <dgm:pt modelId="{111F6E32-FC28-47F5-881C-4B9B1083D9E8}" type="sibTrans" cxnId="{DADBC135-CBB2-475D-8522-9EF46593124D}">
      <dgm:prSet/>
      <dgm:spPr/>
      <dgm:t>
        <a:bodyPr/>
        <a:lstStyle/>
        <a:p>
          <a:endParaRPr lang="en-US"/>
        </a:p>
      </dgm:t>
    </dgm:pt>
    <dgm:pt modelId="{F2F893B3-1E28-46F8-A206-4F1CA5F085FD}">
      <dgm:prSet phldrT="[Text]" phldr="0"/>
      <dgm:spPr/>
      <dgm:t>
        <a:bodyPr/>
        <a:lstStyle/>
        <a:p>
          <a:r>
            <a:rPr lang="en-US">
              <a:latin typeface="Calibri" panose="020F0502020204030204"/>
            </a:rPr>
            <a:t>DB</a:t>
          </a:r>
          <a:endParaRPr lang="en-US"/>
        </a:p>
      </dgm:t>
    </dgm:pt>
    <dgm:pt modelId="{9D3D46AD-12D7-4A43-8FD7-A0B99D837B5F}" type="parTrans" cxnId="{DBA61462-7CD6-43A6-B2D6-3FEB89315936}">
      <dgm:prSet/>
      <dgm:spPr/>
    </dgm:pt>
    <dgm:pt modelId="{B14B97D7-D3C4-4D78-8700-AF3A94D740C3}" type="sibTrans" cxnId="{DBA61462-7CD6-43A6-B2D6-3FEB89315936}">
      <dgm:prSet/>
      <dgm:spPr/>
    </dgm:pt>
    <dgm:pt modelId="{82654C82-2556-48EE-8EFE-1E11473B26D7}" type="pres">
      <dgm:prSet presAssocID="{F0C4558F-8817-4E13-B1D0-926323033D2C}" presName="linearFlow" presStyleCnt="0">
        <dgm:presLayoutVars>
          <dgm:resizeHandles val="exact"/>
        </dgm:presLayoutVars>
      </dgm:prSet>
      <dgm:spPr/>
    </dgm:pt>
    <dgm:pt modelId="{5E398BDA-EFE9-46BE-80F3-92B74CFE2E27}" type="pres">
      <dgm:prSet presAssocID="{6DF1C7D7-01EA-410E-8557-B95FBE5E6E98}" presName="node" presStyleLbl="node1" presStyleIdx="0" presStyleCnt="3">
        <dgm:presLayoutVars>
          <dgm:bulletEnabled val="1"/>
        </dgm:presLayoutVars>
      </dgm:prSet>
      <dgm:spPr/>
    </dgm:pt>
    <dgm:pt modelId="{8819048D-DE71-4EDD-B034-6700376AB694}" type="pres">
      <dgm:prSet presAssocID="{FB6D9667-4088-41F9-870C-C875AA9EF3A5}" presName="sibTrans" presStyleLbl="sibTrans2D1" presStyleIdx="0" presStyleCnt="2"/>
      <dgm:spPr/>
    </dgm:pt>
    <dgm:pt modelId="{981A7F7F-F2F1-4F40-AB8A-232F7602F296}" type="pres">
      <dgm:prSet presAssocID="{FB6D9667-4088-41F9-870C-C875AA9EF3A5}" presName="connectorText" presStyleLbl="sibTrans2D1" presStyleIdx="0" presStyleCnt="2"/>
      <dgm:spPr/>
    </dgm:pt>
    <dgm:pt modelId="{D69E0800-3D6C-422B-9697-707EB9611E97}" type="pres">
      <dgm:prSet presAssocID="{2067ADBE-2A29-452D-8ED1-17496096919B}" presName="node" presStyleLbl="node1" presStyleIdx="1" presStyleCnt="3">
        <dgm:presLayoutVars>
          <dgm:bulletEnabled val="1"/>
        </dgm:presLayoutVars>
      </dgm:prSet>
      <dgm:spPr/>
    </dgm:pt>
    <dgm:pt modelId="{3187BFAA-C83C-4F25-A016-A9BBD08CE988}" type="pres">
      <dgm:prSet presAssocID="{111F6E32-FC28-47F5-881C-4B9B1083D9E8}" presName="sibTrans" presStyleLbl="sibTrans2D1" presStyleIdx="1" presStyleCnt="2"/>
      <dgm:spPr/>
    </dgm:pt>
    <dgm:pt modelId="{EE929764-AD37-48F5-90A3-33DFEA7F1FAB}" type="pres">
      <dgm:prSet presAssocID="{111F6E32-FC28-47F5-881C-4B9B1083D9E8}" presName="connectorText" presStyleLbl="sibTrans2D1" presStyleIdx="1" presStyleCnt="2"/>
      <dgm:spPr/>
    </dgm:pt>
    <dgm:pt modelId="{2FF4A031-57BD-4F40-BADD-3D284791F590}" type="pres">
      <dgm:prSet presAssocID="{F2F893B3-1E28-46F8-A206-4F1CA5F085FD}" presName="node" presStyleLbl="node1" presStyleIdx="2" presStyleCnt="3">
        <dgm:presLayoutVars>
          <dgm:bulletEnabled val="1"/>
        </dgm:presLayoutVars>
      </dgm:prSet>
      <dgm:spPr/>
    </dgm:pt>
  </dgm:ptLst>
  <dgm:cxnLst>
    <dgm:cxn modelId="{09A14B16-E250-48A6-B5F8-F481D1D47ED6}" srcId="{F0C4558F-8817-4E13-B1D0-926323033D2C}" destId="{6DF1C7D7-01EA-410E-8557-B95FBE5E6E98}" srcOrd="0" destOrd="0" parTransId="{6D26A841-00B5-4151-B22C-BA1CC61D4160}" sibTransId="{FB6D9667-4088-41F9-870C-C875AA9EF3A5}"/>
    <dgm:cxn modelId="{1C23E92B-6FD1-46F9-8A0D-82FD8AB61D02}" type="presOf" srcId="{FB6D9667-4088-41F9-870C-C875AA9EF3A5}" destId="{8819048D-DE71-4EDD-B034-6700376AB694}" srcOrd="0" destOrd="0" presId="urn:microsoft.com/office/officeart/2005/8/layout/process2"/>
    <dgm:cxn modelId="{DADBC135-CBB2-475D-8522-9EF46593124D}" srcId="{F0C4558F-8817-4E13-B1D0-926323033D2C}" destId="{2067ADBE-2A29-452D-8ED1-17496096919B}" srcOrd="1" destOrd="0" parTransId="{ED2A826B-4D12-41B5-9717-5DD1F63993E2}" sibTransId="{111F6E32-FC28-47F5-881C-4B9B1083D9E8}"/>
    <dgm:cxn modelId="{DBA61462-7CD6-43A6-B2D6-3FEB89315936}" srcId="{F0C4558F-8817-4E13-B1D0-926323033D2C}" destId="{F2F893B3-1E28-46F8-A206-4F1CA5F085FD}" srcOrd="2" destOrd="0" parTransId="{9D3D46AD-12D7-4A43-8FD7-A0B99D837B5F}" sibTransId="{B14B97D7-D3C4-4D78-8700-AF3A94D740C3}"/>
    <dgm:cxn modelId="{9E992073-24DB-4310-84D9-B0D4B725D1C4}" type="presOf" srcId="{F2F893B3-1E28-46F8-A206-4F1CA5F085FD}" destId="{2FF4A031-57BD-4F40-BADD-3D284791F590}" srcOrd="0" destOrd="0" presId="urn:microsoft.com/office/officeart/2005/8/layout/process2"/>
    <dgm:cxn modelId="{80946574-F267-4FDE-9B22-70F15BC220A7}" type="presOf" srcId="{FB6D9667-4088-41F9-870C-C875AA9EF3A5}" destId="{981A7F7F-F2F1-4F40-AB8A-232F7602F296}" srcOrd="1" destOrd="0" presId="urn:microsoft.com/office/officeart/2005/8/layout/process2"/>
    <dgm:cxn modelId="{D465C290-66F8-4423-93AA-0BA9A509908D}" type="presOf" srcId="{2067ADBE-2A29-452D-8ED1-17496096919B}" destId="{D69E0800-3D6C-422B-9697-707EB9611E97}" srcOrd="0" destOrd="0" presId="urn:microsoft.com/office/officeart/2005/8/layout/process2"/>
    <dgm:cxn modelId="{456270B5-BC66-4C5B-8155-886B0DA92CF0}" type="presOf" srcId="{111F6E32-FC28-47F5-881C-4B9B1083D9E8}" destId="{3187BFAA-C83C-4F25-A016-A9BBD08CE988}" srcOrd="0" destOrd="0" presId="urn:microsoft.com/office/officeart/2005/8/layout/process2"/>
    <dgm:cxn modelId="{36090FC1-B1E6-42EA-A897-9FDF4A26E0DF}" type="presOf" srcId="{111F6E32-FC28-47F5-881C-4B9B1083D9E8}" destId="{EE929764-AD37-48F5-90A3-33DFEA7F1FAB}" srcOrd="1" destOrd="0" presId="urn:microsoft.com/office/officeart/2005/8/layout/process2"/>
    <dgm:cxn modelId="{54B533E5-4232-4C3C-9F30-64ABCDFB5B73}" type="presOf" srcId="{6DF1C7D7-01EA-410E-8557-B95FBE5E6E98}" destId="{5E398BDA-EFE9-46BE-80F3-92B74CFE2E27}" srcOrd="0" destOrd="0" presId="urn:microsoft.com/office/officeart/2005/8/layout/process2"/>
    <dgm:cxn modelId="{87DA8CE6-2AAC-4559-8228-6BB6BB19636B}" type="presOf" srcId="{F0C4558F-8817-4E13-B1D0-926323033D2C}" destId="{82654C82-2556-48EE-8EFE-1E11473B26D7}" srcOrd="0" destOrd="0" presId="urn:microsoft.com/office/officeart/2005/8/layout/process2"/>
    <dgm:cxn modelId="{28F8D6F3-48B8-4D9E-9835-3D67971C8B46}" type="presParOf" srcId="{82654C82-2556-48EE-8EFE-1E11473B26D7}" destId="{5E398BDA-EFE9-46BE-80F3-92B74CFE2E27}" srcOrd="0" destOrd="0" presId="urn:microsoft.com/office/officeart/2005/8/layout/process2"/>
    <dgm:cxn modelId="{8E7E212A-8DCB-431C-9A83-5621034A3501}" type="presParOf" srcId="{82654C82-2556-48EE-8EFE-1E11473B26D7}" destId="{8819048D-DE71-4EDD-B034-6700376AB694}" srcOrd="1" destOrd="0" presId="urn:microsoft.com/office/officeart/2005/8/layout/process2"/>
    <dgm:cxn modelId="{5B0C083A-29CB-4D66-8A04-D4B9BD6149E4}" type="presParOf" srcId="{8819048D-DE71-4EDD-B034-6700376AB694}" destId="{981A7F7F-F2F1-4F40-AB8A-232F7602F296}" srcOrd="0" destOrd="0" presId="urn:microsoft.com/office/officeart/2005/8/layout/process2"/>
    <dgm:cxn modelId="{EF0F671F-F97B-450C-B6F6-AEEFA016D903}" type="presParOf" srcId="{82654C82-2556-48EE-8EFE-1E11473B26D7}" destId="{D69E0800-3D6C-422B-9697-707EB9611E97}" srcOrd="2" destOrd="0" presId="urn:microsoft.com/office/officeart/2005/8/layout/process2"/>
    <dgm:cxn modelId="{DAAEB573-EAB4-4D3C-B9FF-404F5EBBBDE2}" type="presParOf" srcId="{82654C82-2556-48EE-8EFE-1E11473B26D7}" destId="{3187BFAA-C83C-4F25-A016-A9BBD08CE988}" srcOrd="3" destOrd="0" presId="urn:microsoft.com/office/officeart/2005/8/layout/process2"/>
    <dgm:cxn modelId="{386895A5-F8D7-47AC-A3D6-D64482E376AC}" type="presParOf" srcId="{3187BFAA-C83C-4F25-A016-A9BBD08CE988}" destId="{EE929764-AD37-48F5-90A3-33DFEA7F1FAB}" srcOrd="0" destOrd="0" presId="urn:microsoft.com/office/officeart/2005/8/layout/process2"/>
    <dgm:cxn modelId="{5B949AE4-7B61-4A0D-B207-679ED2F4B78B}" type="presParOf" srcId="{82654C82-2556-48EE-8EFE-1E11473B26D7}" destId="{2FF4A031-57BD-4F40-BADD-3D284791F590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0C4558F-8817-4E13-B1D0-926323033D2C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6DF1C7D7-01EA-410E-8557-B95FBE5E6E98}">
      <dgm:prSet phldrT="[Text]" phldr="0"/>
      <dgm:spPr/>
      <dgm:t>
        <a:bodyPr/>
        <a:lstStyle/>
        <a:p>
          <a:r>
            <a:rPr lang="en-US">
              <a:latin typeface="Calibri" panose="020F0502020204030204"/>
            </a:rPr>
            <a:t>Ser-2</a:t>
          </a:r>
          <a:endParaRPr lang="en-US"/>
        </a:p>
      </dgm:t>
    </dgm:pt>
    <dgm:pt modelId="{6D26A841-00B5-4151-B22C-BA1CC61D4160}" type="parTrans" cxnId="{09A14B16-E250-48A6-B5F8-F481D1D47ED6}">
      <dgm:prSet/>
      <dgm:spPr/>
    </dgm:pt>
    <dgm:pt modelId="{FB6D9667-4088-41F9-870C-C875AA9EF3A5}" type="sibTrans" cxnId="{09A14B16-E250-48A6-B5F8-F481D1D47ED6}">
      <dgm:prSet/>
      <dgm:spPr/>
      <dgm:t>
        <a:bodyPr/>
        <a:lstStyle/>
        <a:p>
          <a:endParaRPr lang="en-US"/>
        </a:p>
      </dgm:t>
    </dgm:pt>
    <dgm:pt modelId="{2067ADBE-2A29-452D-8ED1-17496096919B}">
      <dgm:prSet phldrT="[Text]" phldr="0"/>
      <dgm:spPr/>
      <dgm:t>
        <a:bodyPr/>
        <a:lstStyle/>
        <a:p>
          <a:r>
            <a:rPr lang="en-US">
              <a:latin typeface="Calibri" panose="020F0502020204030204"/>
            </a:rPr>
            <a:t>Lib</a:t>
          </a:r>
          <a:endParaRPr lang="en-US"/>
        </a:p>
      </dgm:t>
    </dgm:pt>
    <dgm:pt modelId="{ED2A826B-4D12-41B5-9717-5DD1F63993E2}" type="parTrans" cxnId="{DADBC135-CBB2-475D-8522-9EF46593124D}">
      <dgm:prSet/>
      <dgm:spPr/>
    </dgm:pt>
    <dgm:pt modelId="{111F6E32-FC28-47F5-881C-4B9B1083D9E8}" type="sibTrans" cxnId="{DADBC135-CBB2-475D-8522-9EF46593124D}">
      <dgm:prSet/>
      <dgm:spPr/>
      <dgm:t>
        <a:bodyPr/>
        <a:lstStyle/>
        <a:p>
          <a:endParaRPr lang="en-US"/>
        </a:p>
      </dgm:t>
    </dgm:pt>
    <dgm:pt modelId="{F2F893B3-1E28-46F8-A206-4F1CA5F085FD}">
      <dgm:prSet phldrT="[Text]" phldr="0"/>
      <dgm:spPr/>
      <dgm:t>
        <a:bodyPr/>
        <a:lstStyle/>
        <a:p>
          <a:r>
            <a:rPr lang="en-US">
              <a:latin typeface="Calibri" panose="020F0502020204030204"/>
            </a:rPr>
            <a:t>DB</a:t>
          </a:r>
          <a:endParaRPr lang="en-US"/>
        </a:p>
      </dgm:t>
    </dgm:pt>
    <dgm:pt modelId="{9D3D46AD-12D7-4A43-8FD7-A0B99D837B5F}" type="parTrans" cxnId="{DBA61462-7CD6-43A6-B2D6-3FEB89315936}">
      <dgm:prSet/>
      <dgm:spPr/>
    </dgm:pt>
    <dgm:pt modelId="{B14B97D7-D3C4-4D78-8700-AF3A94D740C3}" type="sibTrans" cxnId="{DBA61462-7CD6-43A6-B2D6-3FEB89315936}">
      <dgm:prSet/>
      <dgm:spPr/>
    </dgm:pt>
    <dgm:pt modelId="{82654C82-2556-48EE-8EFE-1E11473B26D7}" type="pres">
      <dgm:prSet presAssocID="{F0C4558F-8817-4E13-B1D0-926323033D2C}" presName="linearFlow" presStyleCnt="0">
        <dgm:presLayoutVars>
          <dgm:resizeHandles val="exact"/>
        </dgm:presLayoutVars>
      </dgm:prSet>
      <dgm:spPr/>
    </dgm:pt>
    <dgm:pt modelId="{5E398BDA-EFE9-46BE-80F3-92B74CFE2E27}" type="pres">
      <dgm:prSet presAssocID="{6DF1C7D7-01EA-410E-8557-B95FBE5E6E98}" presName="node" presStyleLbl="node1" presStyleIdx="0" presStyleCnt="3">
        <dgm:presLayoutVars>
          <dgm:bulletEnabled val="1"/>
        </dgm:presLayoutVars>
      </dgm:prSet>
      <dgm:spPr/>
    </dgm:pt>
    <dgm:pt modelId="{8819048D-DE71-4EDD-B034-6700376AB694}" type="pres">
      <dgm:prSet presAssocID="{FB6D9667-4088-41F9-870C-C875AA9EF3A5}" presName="sibTrans" presStyleLbl="sibTrans2D1" presStyleIdx="0" presStyleCnt="2"/>
      <dgm:spPr/>
    </dgm:pt>
    <dgm:pt modelId="{981A7F7F-F2F1-4F40-AB8A-232F7602F296}" type="pres">
      <dgm:prSet presAssocID="{FB6D9667-4088-41F9-870C-C875AA9EF3A5}" presName="connectorText" presStyleLbl="sibTrans2D1" presStyleIdx="0" presStyleCnt="2"/>
      <dgm:spPr/>
    </dgm:pt>
    <dgm:pt modelId="{D69E0800-3D6C-422B-9697-707EB9611E97}" type="pres">
      <dgm:prSet presAssocID="{2067ADBE-2A29-452D-8ED1-17496096919B}" presName="node" presStyleLbl="node1" presStyleIdx="1" presStyleCnt="3">
        <dgm:presLayoutVars>
          <dgm:bulletEnabled val="1"/>
        </dgm:presLayoutVars>
      </dgm:prSet>
      <dgm:spPr/>
    </dgm:pt>
    <dgm:pt modelId="{3187BFAA-C83C-4F25-A016-A9BBD08CE988}" type="pres">
      <dgm:prSet presAssocID="{111F6E32-FC28-47F5-881C-4B9B1083D9E8}" presName="sibTrans" presStyleLbl="sibTrans2D1" presStyleIdx="1" presStyleCnt="2"/>
      <dgm:spPr/>
    </dgm:pt>
    <dgm:pt modelId="{EE929764-AD37-48F5-90A3-33DFEA7F1FAB}" type="pres">
      <dgm:prSet presAssocID="{111F6E32-FC28-47F5-881C-4B9B1083D9E8}" presName="connectorText" presStyleLbl="sibTrans2D1" presStyleIdx="1" presStyleCnt="2"/>
      <dgm:spPr/>
    </dgm:pt>
    <dgm:pt modelId="{2FF4A031-57BD-4F40-BADD-3D284791F590}" type="pres">
      <dgm:prSet presAssocID="{F2F893B3-1E28-46F8-A206-4F1CA5F085FD}" presName="node" presStyleLbl="node1" presStyleIdx="2" presStyleCnt="3">
        <dgm:presLayoutVars>
          <dgm:bulletEnabled val="1"/>
        </dgm:presLayoutVars>
      </dgm:prSet>
      <dgm:spPr/>
    </dgm:pt>
  </dgm:ptLst>
  <dgm:cxnLst>
    <dgm:cxn modelId="{09A14B16-E250-48A6-B5F8-F481D1D47ED6}" srcId="{F0C4558F-8817-4E13-B1D0-926323033D2C}" destId="{6DF1C7D7-01EA-410E-8557-B95FBE5E6E98}" srcOrd="0" destOrd="0" parTransId="{6D26A841-00B5-4151-B22C-BA1CC61D4160}" sibTransId="{FB6D9667-4088-41F9-870C-C875AA9EF3A5}"/>
    <dgm:cxn modelId="{1C23E92B-6FD1-46F9-8A0D-82FD8AB61D02}" type="presOf" srcId="{FB6D9667-4088-41F9-870C-C875AA9EF3A5}" destId="{8819048D-DE71-4EDD-B034-6700376AB694}" srcOrd="0" destOrd="0" presId="urn:microsoft.com/office/officeart/2005/8/layout/process2"/>
    <dgm:cxn modelId="{DADBC135-CBB2-475D-8522-9EF46593124D}" srcId="{F0C4558F-8817-4E13-B1D0-926323033D2C}" destId="{2067ADBE-2A29-452D-8ED1-17496096919B}" srcOrd="1" destOrd="0" parTransId="{ED2A826B-4D12-41B5-9717-5DD1F63993E2}" sibTransId="{111F6E32-FC28-47F5-881C-4B9B1083D9E8}"/>
    <dgm:cxn modelId="{DBA61462-7CD6-43A6-B2D6-3FEB89315936}" srcId="{F0C4558F-8817-4E13-B1D0-926323033D2C}" destId="{F2F893B3-1E28-46F8-A206-4F1CA5F085FD}" srcOrd="2" destOrd="0" parTransId="{9D3D46AD-12D7-4A43-8FD7-A0B99D837B5F}" sibTransId="{B14B97D7-D3C4-4D78-8700-AF3A94D740C3}"/>
    <dgm:cxn modelId="{9E992073-24DB-4310-84D9-B0D4B725D1C4}" type="presOf" srcId="{F2F893B3-1E28-46F8-A206-4F1CA5F085FD}" destId="{2FF4A031-57BD-4F40-BADD-3D284791F590}" srcOrd="0" destOrd="0" presId="urn:microsoft.com/office/officeart/2005/8/layout/process2"/>
    <dgm:cxn modelId="{80946574-F267-4FDE-9B22-70F15BC220A7}" type="presOf" srcId="{FB6D9667-4088-41F9-870C-C875AA9EF3A5}" destId="{981A7F7F-F2F1-4F40-AB8A-232F7602F296}" srcOrd="1" destOrd="0" presId="urn:microsoft.com/office/officeart/2005/8/layout/process2"/>
    <dgm:cxn modelId="{D465C290-66F8-4423-93AA-0BA9A509908D}" type="presOf" srcId="{2067ADBE-2A29-452D-8ED1-17496096919B}" destId="{D69E0800-3D6C-422B-9697-707EB9611E97}" srcOrd="0" destOrd="0" presId="urn:microsoft.com/office/officeart/2005/8/layout/process2"/>
    <dgm:cxn modelId="{456270B5-BC66-4C5B-8155-886B0DA92CF0}" type="presOf" srcId="{111F6E32-FC28-47F5-881C-4B9B1083D9E8}" destId="{3187BFAA-C83C-4F25-A016-A9BBD08CE988}" srcOrd="0" destOrd="0" presId="urn:microsoft.com/office/officeart/2005/8/layout/process2"/>
    <dgm:cxn modelId="{36090FC1-B1E6-42EA-A897-9FDF4A26E0DF}" type="presOf" srcId="{111F6E32-FC28-47F5-881C-4B9B1083D9E8}" destId="{EE929764-AD37-48F5-90A3-33DFEA7F1FAB}" srcOrd="1" destOrd="0" presId="urn:microsoft.com/office/officeart/2005/8/layout/process2"/>
    <dgm:cxn modelId="{54B533E5-4232-4C3C-9F30-64ABCDFB5B73}" type="presOf" srcId="{6DF1C7D7-01EA-410E-8557-B95FBE5E6E98}" destId="{5E398BDA-EFE9-46BE-80F3-92B74CFE2E27}" srcOrd="0" destOrd="0" presId="urn:microsoft.com/office/officeart/2005/8/layout/process2"/>
    <dgm:cxn modelId="{87DA8CE6-2AAC-4559-8228-6BB6BB19636B}" type="presOf" srcId="{F0C4558F-8817-4E13-B1D0-926323033D2C}" destId="{82654C82-2556-48EE-8EFE-1E11473B26D7}" srcOrd="0" destOrd="0" presId="urn:microsoft.com/office/officeart/2005/8/layout/process2"/>
    <dgm:cxn modelId="{28F8D6F3-48B8-4D9E-9835-3D67971C8B46}" type="presParOf" srcId="{82654C82-2556-48EE-8EFE-1E11473B26D7}" destId="{5E398BDA-EFE9-46BE-80F3-92B74CFE2E27}" srcOrd="0" destOrd="0" presId="urn:microsoft.com/office/officeart/2005/8/layout/process2"/>
    <dgm:cxn modelId="{8E7E212A-8DCB-431C-9A83-5621034A3501}" type="presParOf" srcId="{82654C82-2556-48EE-8EFE-1E11473B26D7}" destId="{8819048D-DE71-4EDD-B034-6700376AB694}" srcOrd="1" destOrd="0" presId="urn:microsoft.com/office/officeart/2005/8/layout/process2"/>
    <dgm:cxn modelId="{5B0C083A-29CB-4D66-8A04-D4B9BD6149E4}" type="presParOf" srcId="{8819048D-DE71-4EDD-B034-6700376AB694}" destId="{981A7F7F-F2F1-4F40-AB8A-232F7602F296}" srcOrd="0" destOrd="0" presId="urn:microsoft.com/office/officeart/2005/8/layout/process2"/>
    <dgm:cxn modelId="{EF0F671F-F97B-450C-B6F6-AEEFA016D903}" type="presParOf" srcId="{82654C82-2556-48EE-8EFE-1E11473B26D7}" destId="{D69E0800-3D6C-422B-9697-707EB9611E97}" srcOrd="2" destOrd="0" presId="urn:microsoft.com/office/officeart/2005/8/layout/process2"/>
    <dgm:cxn modelId="{DAAEB573-EAB4-4D3C-B9FF-404F5EBBBDE2}" type="presParOf" srcId="{82654C82-2556-48EE-8EFE-1E11473B26D7}" destId="{3187BFAA-C83C-4F25-A016-A9BBD08CE988}" srcOrd="3" destOrd="0" presId="urn:microsoft.com/office/officeart/2005/8/layout/process2"/>
    <dgm:cxn modelId="{386895A5-F8D7-47AC-A3D6-D64482E376AC}" type="presParOf" srcId="{3187BFAA-C83C-4F25-A016-A9BBD08CE988}" destId="{EE929764-AD37-48F5-90A3-33DFEA7F1FAB}" srcOrd="0" destOrd="0" presId="urn:microsoft.com/office/officeart/2005/8/layout/process2"/>
    <dgm:cxn modelId="{5B949AE4-7B61-4A0D-B207-679ED2F4B78B}" type="presParOf" srcId="{82654C82-2556-48EE-8EFE-1E11473B26D7}" destId="{2FF4A031-57BD-4F40-BADD-3D284791F590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0C4558F-8817-4E13-B1D0-926323033D2C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6DF1C7D7-01EA-410E-8557-B95FBE5E6E98}">
      <dgm:prSet phldrT="[Text]" phldr="0"/>
      <dgm:spPr/>
      <dgm:t>
        <a:bodyPr/>
        <a:lstStyle/>
        <a:p>
          <a:r>
            <a:rPr lang="en-US">
              <a:latin typeface="Calibri" panose="020F0502020204030204"/>
            </a:rPr>
            <a:t>Ser-3</a:t>
          </a:r>
          <a:endParaRPr lang="en-US"/>
        </a:p>
      </dgm:t>
    </dgm:pt>
    <dgm:pt modelId="{6D26A841-00B5-4151-B22C-BA1CC61D4160}" type="parTrans" cxnId="{09A14B16-E250-48A6-B5F8-F481D1D47ED6}">
      <dgm:prSet/>
      <dgm:spPr/>
    </dgm:pt>
    <dgm:pt modelId="{FB6D9667-4088-41F9-870C-C875AA9EF3A5}" type="sibTrans" cxnId="{09A14B16-E250-48A6-B5F8-F481D1D47ED6}">
      <dgm:prSet/>
      <dgm:spPr/>
      <dgm:t>
        <a:bodyPr/>
        <a:lstStyle/>
        <a:p>
          <a:endParaRPr lang="en-US"/>
        </a:p>
      </dgm:t>
    </dgm:pt>
    <dgm:pt modelId="{2067ADBE-2A29-452D-8ED1-17496096919B}">
      <dgm:prSet phldrT="[Text]" phldr="0"/>
      <dgm:spPr/>
      <dgm:t>
        <a:bodyPr/>
        <a:lstStyle/>
        <a:p>
          <a:r>
            <a:rPr lang="en-US">
              <a:latin typeface="Calibri" panose="020F0502020204030204"/>
            </a:rPr>
            <a:t>Lib</a:t>
          </a:r>
          <a:endParaRPr lang="en-US"/>
        </a:p>
      </dgm:t>
    </dgm:pt>
    <dgm:pt modelId="{ED2A826B-4D12-41B5-9717-5DD1F63993E2}" type="parTrans" cxnId="{DADBC135-CBB2-475D-8522-9EF46593124D}">
      <dgm:prSet/>
      <dgm:spPr/>
    </dgm:pt>
    <dgm:pt modelId="{111F6E32-FC28-47F5-881C-4B9B1083D9E8}" type="sibTrans" cxnId="{DADBC135-CBB2-475D-8522-9EF46593124D}">
      <dgm:prSet/>
      <dgm:spPr/>
      <dgm:t>
        <a:bodyPr/>
        <a:lstStyle/>
        <a:p>
          <a:endParaRPr lang="en-US"/>
        </a:p>
      </dgm:t>
    </dgm:pt>
    <dgm:pt modelId="{F2F893B3-1E28-46F8-A206-4F1CA5F085FD}">
      <dgm:prSet phldrT="[Text]" phldr="0"/>
      <dgm:spPr/>
      <dgm:t>
        <a:bodyPr/>
        <a:lstStyle/>
        <a:p>
          <a:r>
            <a:rPr lang="en-US">
              <a:latin typeface="Calibri" panose="020F0502020204030204"/>
            </a:rPr>
            <a:t>DB</a:t>
          </a:r>
          <a:endParaRPr lang="en-US"/>
        </a:p>
      </dgm:t>
    </dgm:pt>
    <dgm:pt modelId="{9D3D46AD-12D7-4A43-8FD7-A0B99D837B5F}" type="parTrans" cxnId="{DBA61462-7CD6-43A6-B2D6-3FEB89315936}">
      <dgm:prSet/>
      <dgm:spPr/>
    </dgm:pt>
    <dgm:pt modelId="{B14B97D7-D3C4-4D78-8700-AF3A94D740C3}" type="sibTrans" cxnId="{DBA61462-7CD6-43A6-B2D6-3FEB89315936}">
      <dgm:prSet/>
      <dgm:spPr/>
    </dgm:pt>
    <dgm:pt modelId="{82654C82-2556-48EE-8EFE-1E11473B26D7}" type="pres">
      <dgm:prSet presAssocID="{F0C4558F-8817-4E13-B1D0-926323033D2C}" presName="linearFlow" presStyleCnt="0">
        <dgm:presLayoutVars>
          <dgm:resizeHandles val="exact"/>
        </dgm:presLayoutVars>
      </dgm:prSet>
      <dgm:spPr/>
    </dgm:pt>
    <dgm:pt modelId="{5E398BDA-EFE9-46BE-80F3-92B74CFE2E27}" type="pres">
      <dgm:prSet presAssocID="{6DF1C7D7-01EA-410E-8557-B95FBE5E6E98}" presName="node" presStyleLbl="node1" presStyleIdx="0" presStyleCnt="3">
        <dgm:presLayoutVars>
          <dgm:bulletEnabled val="1"/>
        </dgm:presLayoutVars>
      </dgm:prSet>
      <dgm:spPr/>
    </dgm:pt>
    <dgm:pt modelId="{8819048D-DE71-4EDD-B034-6700376AB694}" type="pres">
      <dgm:prSet presAssocID="{FB6D9667-4088-41F9-870C-C875AA9EF3A5}" presName="sibTrans" presStyleLbl="sibTrans2D1" presStyleIdx="0" presStyleCnt="2"/>
      <dgm:spPr/>
    </dgm:pt>
    <dgm:pt modelId="{981A7F7F-F2F1-4F40-AB8A-232F7602F296}" type="pres">
      <dgm:prSet presAssocID="{FB6D9667-4088-41F9-870C-C875AA9EF3A5}" presName="connectorText" presStyleLbl="sibTrans2D1" presStyleIdx="0" presStyleCnt="2"/>
      <dgm:spPr/>
    </dgm:pt>
    <dgm:pt modelId="{D69E0800-3D6C-422B-9697-707EB9611E97}" type="pres">
      <dgm:prSet presAssocID="{2067ADBE-2A29-452D-8ED1-17496096919B}" presName="node" presStyleLbl="node1" presStyleIdx="1" presStyleCnt="3">
        <dgm:presLayoutVars>
          <dgm:bulletEnabled val="1"/>
        </dgm:presLayoutVars>
      </dgm:prSet>
      <dgm:spPr/>
    </dgm:pt>
    <dgm:pt modelId="{3187BFAA-C83C-4F25-A016-A9BBD08CE988}" type="pres">
      <dgm:prSet presAssocID="{111F6E32-FC28-47F5-881C-4B9B1083D9E8}" presName="sibTrans" presStyleLbl="sibTrans2D1" presStyleIdx="1" presStyleCnt="2"/>
      <dgm:spPr/>
    </dgm:pt>
    <dgm:pt modelId="{EE929764-AD37-48F5-90A3-33DFEA7F1FAB}" type="pres">
      <dgm:prSet presAssocID="{111F6E32-FC28-47F5-881C-4B9B1083D9E8}" presName="connectorText" presStyleLbl="sibTrans2D1" presStyleIdx="1" presStyleCnt="2"/>
      <dgm:spPr/>
    </dgm:pt>
    <dgm:pt modelId="{2FF4A031-57BD-4F40-BADD-3D284791F590}" type="pres">
      <dgm:prSet presAssocID="{F2F893B3-1E28-46F8-A206-4F1CA5F085FD}" presName="node" presStyleLbl="node1" presStyleIdx="2" presStyleCnt="3">
        <dgm:presLayoutVars>
          <dgm:bulletEnabled val="1"/>
        </dgm:presLayoutVars>
      </dgm:prSet>
      <dgm:spPr/>
    </dgm:pt>
  </dgm:ptLst>
  <dgm:cxnLst>
    <dgm:cxn modelId="{09A14B16-E250-48A6-B5F8-F481D1D47ED6}" srcId="{F0C4558F-8817-4E13-B1D0-926323033D2C}" destId="{6DF1C7D7-01EA-410E-8557-B95FBE5E6E98}" srcOrd="0" destOrd="0" parTransId="{6D26A841-00B5-4151-B22C-BA1CC61D4160}" sibTransId="{FB6D9667-4088-41F9-870C-C875AA9EF3A5}"/>
    <dgm:cxn modelId="{1C23E92B-6FD1-46F9-8A0D-82FD8AB61D02}" type="presOf" srcId="{FB6D9667-4088-41F9-870C-C875AA9EF3A5}" destId="{8819048D-DE71-4EDD-B034-6700376AB694}" srcOrd="0" destOrd="0" presId="urn:microsoft.com/office/officeart/2005/8/layout/process2"/>
    <dgm:cxn modelId="{DADBC135-CBB2-475D-8522-9EF46593124D}" srcId="{F0C4558F-8817-4E13-B1D0-926323033D2C}" destId="{2067ADBE-2A29-452D-8ED1-17496096919B}" srcOrd="1" destOrd="0" parTransId="{ED2A826B-4D12-41B5-9717-5DD1F63993E2}" sibTransId="{111F6E32-FC28-47F5-881C-4B9B1083D9E8}"/>
    <dgm:cxn modelId="{DBA61462-7CD6-43A6-B2D6-3FEB89315936}" srcId="{F0C4558F-8817-4E13-B1D0-926323033D2C}" destId="{F2F893B3-1E28-46F8-A206-4F1CA5F085FD}" srcOrd="2" destOrd="0" parTransId="{9D3D46AD-12D7-4A43-8FD7-A0B99D837B5F}" sibTransId="{B14B97D7-D3C4-4D78-8700-AF3A94D740C3}"/>
    <dgm:cxn modelId="{9E992073-24DB-4310-84D9-B0D4B725D1C4}" type="presOf" srcId="{F2F893B3-1E28-46F8-A206-4F1CA5F085FD}" destId="{2FF4A031-57BD-4F40-BADD-3D284791F590}" srcOrd="0" destOrd="0" presId="urn:microsoft.com/office/officeart/2005/8/layout/process2"/>
    <dgm:cxn modelId="{80946574-F267-4FDE-9B22-70F15BC220A7}" type="presOf" srcId="{FB6D9667-4088-41F9-870C-C875AA9EF3A5}" destId="{981A7F7F-F2F1-4F40-AB8A-232F7602F296}" srcOrd="1" destOrd="0" presId="urn:microsoft.com/office/officeart/2005/8/layout/process2"/>
    <dgm:cxn modelId="{D465C290-66F8-4423-93AA-0BA9A509908D}" type="presOf" srcId="{2067ADBE-2A29-452D-8ED1-17496096919B}" destId="{D69E0800-3D6C-422B-9697-707EB9611E97}" srcOrd="0" destOrd="0" presId="urn:microsoft.com/office/officeart/2005/8/layout/process2"/>
    <dgm:cxn modelId="{456270B5-BC66-4C5B-8155-886B0DA92CF0}" type="presOf" srcId="{111F6E32-FC28-47F5-881C-4B9B1083D9E8}" destId="{3187BFAA-C83C-4F25-A016-A9BBD08CE988}" srcOrd="0" destOrd="0" presId="urn:microsoft.com/office/officeart/2005/8/layout/process2"/>
    <dgm:cxn modelId="{36090FC1-B1E6-42EA-A897-9FDF4A26E0DF}" type="presOf" srcId="{111F6E32-FC28-47F5-881C-4B9B1083D9E8}" destId="{EE929764-AD37-48F5-90A3-33DFEA7F1FAB}" srcOrd="1" destOrd="0" presId="urn:microsoft.com/office/officeart/2005/8/layout/process2"/>
    <dgm:cxn modelId="{54B533E5-4232-4C3C-9F30-64ABCDFB5B73}" type="presOf" srcId="{6DF1C7D7-01EA-410E-8557-B95FBE5E6E98}" destId="{5E398BDA-EFE9-46BE-80F3-92B74CFE2E27}" srcOrd="0" destOrd="0" presId="urn:microsoft.com/office/officeart/2005/8/layout/process2"/>
    <dgm:cxn modelId="{87DA8CE6-2AAC-4559-8228-6BB6BB19636B}" type="presOf" srcId="{F0C4558F-8817-4E13-B1D0-926323033D2C}" destId="{82654C82-2556-48EE-8EFE-1E11473B26D7}" srcOrd="0" destOrd="0" presId="urn:microsoft.com/office/officeart/2005/8/layout/process2"/>
    <dgm:cxn modelId="{28F8D6F3-48B8-4D9E-9835-3D67971C8B46}" type="presParOf" srcId="{82654C82-2556-48EE-8EFE-1E11473B26D7}" destId="{5E398BDA-EFE9-46BE-80F3-92B74CFE2E27}" srcOrd="0" destOrd="0" presId="urn:microsoft.com/office/officeart/2005/8/layout/process2"/>
    <dgm:cxn modelId="{8E7E212A-8DCB-431C-9A83-5621034A3501}" type="presParOf" srcId="{82654C82-2556-48EE-8EFE-1E11473B26D7}" destId="{8819048D-DE71-4EDD-B034-6700376AB694}" srcOrd="1" destOrd="0" presId="urn:microsoft.com/office/officeart/2005/8/layout/process2"/>
    <dgm:cxn modelId="{5B0C083A-29CB-4D66-8A04-D4B9BD6149E4}" type="presParOf" srcId="{8819048D-DE71-4EDD-B034-6700376AB694}" destId="{981A7F7F-F2F1-4F40-AB8A-232F7602F296}" srcOrd="0" destOrd="0" presId="urn:microsoft.com/office/officeart/2005/8/layout/process2"/>
    <dgm:cxn modelId="{EF0F671F-F97B-450C-B6F6-AEEFA016D903}" type="presParOf" srcId="{82654C82-2556-48EE-8EFE-1E11473B26D7}" destId="{D69E0800-3D6C-422B-9697-707EB9611E97}" srcOrd="2" destOrd="0" presId="urn:microsoft.com/office/officeart/2005/8/layout/process2"/>
    <dgm:cxn modelId="{DAAEB573-EAB4-4D3C-B9FF-404F5EBBBDE2}" type="presParOf" srcId="{82654C82-2556-48EE-8EFE-1E11473B26D7}" destId="{3187BFAA-C83C-4F25-A016-A9BBD08CE988}" srcOrd="3" destOrd="0" presId="urn:microsoft.com/office/officeart/2005/8/layout/process2"/>
    <dgm:cxn modelId="{386895A5-F8D7-47AC-A3D6-D64482E376AC}" type="presParOf" srcId="{3187BFAA-C83C-4F25-A016-A9BBD08CE988}" destId="{EE929764-AD37-48F5-90A3-33DFEA7F1FAB}" srcOrd="0" destOrd="0" presId="urn:microsoft.com/office/officeart/2005/8/layout/process2"/>
    <dgm:cxn modelId="{5B949AE4-7B61-4A0D-B207-679ED2F4B78B}" type="presParOf" srcId="{82654C82-2556-48EE-8EFE-1E11473B26D7}" destId="{2FF4A031-57BD-4F40-BADD-3D284791F590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31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0C4558F-8817-4E13-B1D0-926323033D2C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6DF1C7D7-01EA-410E-8557-B95FBE5E6E98}">
      <dgm:prSet phldrT="[Text]" phldr="0"/>
      <dgm:spPr/>
      <dgm:t>
        <a:bodyPr/>
        <a:lstStyle/>
        <a:p>
          <a:r>
            <a:rPr lang="en-US">
              <a:latin typeface="Calibri" panose="020F0502020204030204"/>
            </a:rPr>
            <a:t>Ser-1</a:t>
          </a:r>
          <a:endParaRPr lang="en-US"/>
        </a:p>
      </dgm:t>
    </dgm:pt>
    <dgm:pt modelId="{6D26A841-00B5-4151-B22C-BA1CC61D4160}" type="parTrans" cxnId="{09A14B16-E250-48A6-B5F8-F481D1D47ED6}">
      <dgm:prSet/>
      <dgm:spPr/>
    </dgm:pt>
    <dgm:pt modelId="{FB6D9667-4088-41F9-870C-C875AA9EF3A5}" type="sibTrans" cxnId="{09A14B16-E250-48A6-B5F8-F481D1D47ED6}">
      <dgm:prSet/>
      <dgm:spPr/>
      <dgm:t>
        <a:bodyPr/>
        <a:lstStyle/>
        <a:p>
          <a:endParaRPr lang="en-US"/>
        </a:p>
      </dgm:t>
    </dgm:pt>
    <dgm:pt modelId="{2067ADBE-2A29-452D-8ED1-17496096919B}">
      <dgm:prSet phldrT="[Text]" phldr="0"/>
      <dgm:spPr/>
      <dgm:t>
        <a:bodyPr/>
        <a:lstStyle/>
        <a:p>
          <a:r>
            <a:rPr lang="en-US">
              <a:latin typeface="Calibri" panose="020F0502020204030204"/>
            </a:rPr>
            <a:t>Lib</a:t>
          </a:r>
          <a:endParaRPr lang="en-US"/>
        </a:p>
      </dgm:t>
    </dgm:pt>
    <dgm:pt modelId="{ED2A826B-4D12-41B5-9717-5DD1F63993E2}" type="parTrans" cxnId="{DADBC135-CBB2-475D-8522-9EF46593124D}">
      <dgm:prSet/>
      <dgm:spPr/>
    </dgm:pt>
    <dgm:pt modelId="{111F6E32-FC28-47F5-881C-4B9B1083D9E8}" type="sibTrans" cxnId="{DADBC135-CBB2-475D-8522-9EF46593124D}">
      <dgm:prSet/>
      <dgm:spPr/>
      <dgm:t>
        <a:bodyPr/>
        <a:lstStyle/>
        <a:p>
          <a:endParaRPr lang="en-US"/>
        </a:p>
      </dgm:t>
    </dgm:pt>
    <dgm:pt modelId="{F2F893B3-1E28-46F8-A206-4F1CA5F085FD}">
      <dgm:prSet phldrT="[Text]" phldr="0"/>
      <dgm:spPr/>
      <dgm:t>
        <a:bodyPr/>
        <a:lstStyle/>
        <a:p>
          <a:r>
            <a:rPr lang="en-US">
              <a:latin typeface="Calibri" panose="020F0502020204030204"/>
            </a:rPr>
            <a:t>DB</a:t>
          </a:r>
          <a:endParaRPr lang="en-US"/>
        </a:p>
      </dgm:t>
    </dgm:pt>
    <dgm:pt modelId="{9D3D46AD-12D7-4A43-8FD7-A0B99D837B5F}" type="parTrans" cxnId="{DBA61462-7CD6-43A6-B2D6-3FEB89315936}">
      <dgm:prSet/>
      <dgm:spPr/>
    </dgm:pt>
    <dgm:pt modelId="{B14B97D7-D3C4-4D78-8700-AF3A94D740C3}" type="sibTrans" cxnId="{DBA61462-7CD6-43A6-B2D6-3FEB89315936}">
      <dgm:prSet/>
      <dgm:spPr/>
    </dgm:pt>
    <dgm:pt modelId="{82654C82-2556-48EE-8EFE-1E11473B26D7}" type="pres">
      <dgm:prSet presAssocID="{F0C4558F-8817-4E13-B1D0-926323033D2C}" presName="linearFlow" presStyleCnt="0">
        <dgm:presLayoutVars>
          <dgm:resizeHandles val="exact"/>
        </dgm:presLayoutVars>
      </dgm:prSet>
      <dgm:spPr/>
    </dgm:pt>
    <dgm:pt modelId="{5E398BDA-EFE9-46BE-80F3-92B74CFE2E27}" type="pres">
      <dgm:prSet presAssocID="{6DF1C7D7-01EA-410E-8557-B95FBE5E6E98}" presName="node" presStyleLbl="node1" presStyleIdx="0" presStyleCnt="3">
        <dgm:presLayoutVars>
          <dgm:bulletEnabled val="1"/>
        </dgm:presLayoutVars>
      </dgm:prSet>
      <dgm:spPr/>
    </dgm:pt>
    <dgm:pt modelId="{8819048D-DE71-4EDD-B034-6700376AB694}" type="pres">
      <dgm:prSet presAssocID="{FB6D9667-4088-41F9-870C-C875AA9EF3A5}" presName="sibTrans" presStyleLbl="sibTrans2D1" presStyleIdx="0" presStyleCnt="2"/>
      <dgm:spPr/>
    </dgm:pt>
    <dgm:pt modelId="{981A7F7F-F2F1-4F40-AB8A-232F7602F296}" type="pres">
      <dgm:prSet presAssocID="{FB6D9667-4088-41F9-870C-C875AA9EF3A5}" presName="connectorText" presStyleLbl="sibTrans2D1" presStyleIdx="0" presStyleCnt="2"/>
      <dgm:spPr/>
    </dgm:pt>
    <dgm:pt modelId="{D69E0800-3D6C-422B-9697-707EB9611E97}" type="pres">
      <dgm:prSet presAssocID="{2067ADBE-2A29-452D-8ED1-17496096919B}" presName="node" presStyleLbl="node1" presStyleIdx="1" presStyleCnt="3">
        <dgm:presLayoutVars>
          <dgm:bulletEnabled val="1"/>
        </dgm:presLayoutVars>
      </dgm:prSet>
      <dgm:spPr/>
    </dgm:pt>
    <dgm:pt modelId="{3187BFAA-C83C-4F25-A016-A9BBD08CE988}" type="pres">
      <dgm:prSet presAssocID="{111F6E32-FC28-47F5-881C-4B9B1083D9E8}" presName="sibTrans" presStyleLbl="sibTrans2D1" presStyleIdx="1" presStyleCnt="2"/>
      <dgm:spPr/>
    </dgm:pt>
    <dgm:pt modelId="{EE929764-AD37-48F5-90A3-33DFEA7F1FAB}" type="pres">
      <dgm:prSet presAssocID="{111F6E32-FC28-47F5-881C-4B9B1083D9E8}" presName="connectorText" presStyleLbl="sibTrans2D1" presStyleIdx="1" presStyleCnt="2"/>
      <dgm:spPr/>
    </dgm:pt>
    <dgm:pt modelId="{2FF4A031-57BD-4F40-BADD-3D284791F590}" type="pres">
      <dgm:prSet presAssocID="{F2F893B3-1E28-46F8-A206-4F1CA5F085FD}" presName="node" presStyleLbl="node1" presStyleIdx="2" presStyleCnt="3">
        <dgm:presLayoutVars>
          <dgm:bulletEnabled val="1"/>
        </dgm:presLayoutVars>
      </dgm:prSet>
      <dgm:spPr/>
    </dgm:pt>
  </dgm:ptLst>
  <dgm:cxnLst>
    <dgm:cxn modelId="{09A14B16-E250-48A6-B5F8-F481D1D47ED6}" srcId="{F0C4558F-8817-4E13-B1D0-926323033D2C}" destId="{6DF1C7D7-01EA-410E-8557-B95FBE5E6E98}" srcOrd="0" destOrd="0" parTransId="{6D26A841-00B5-4151-B22C-BA1CC61D4160}" sibTransId="{FB6D9667-4088-41F9-870C-C875AA9EF3A5}"/>
    <dgm:cxn modelId="{1C23E92B-6FD1-46F9-8A0D-82FD8AB61D02}" type="presOf" srcId="{FB6D9667-4088-41F9-870C-C875AA9EF3A5}" destId="{8819048D-DE71-4EDD-B034-6700376AB694}" srcOrd="0" destOrd="0" presId="urn:microsoft.com/office/officeart/2005/8/layout/process2"/>
    <dgm:cxn modelId="{DADBC135-CBB2-475D-8522-9EF46593124D}" srcId="{F0C4558F-8817-4E13-B1D0-926323033D2C}" destId="{2067ADBE-2A29-452D-8ED1-17496096919B}" srcOrd="1" destOrd="0" parTransId="{ED2A826B-4D12-41B5-9717-5DD1F63993E2}" sibTransId="{111F6E32-FC28-47F5-881C-4B9B1083D9E8}"/>
    <dgm:cxn modelId="{DBA61462-7CD6-43A6-B2D6-3FEB89315936}" srcId="{F0C4558F-8817-4E13-B1D0-926323033D2C}" destId="{F2F893B3-1E28-46F8-A206-4F1CA5F085FD}" srcOrd="2" destOrd="0" parTransId="{9D3D46AD-12D7-4A43-8FD7-A0B99D837B5F}" sibTransId="{B14B97D7-D3C4-4D78-8700-AF3A94D740C3}"/>
    <dgm:cxn modelId="{9E992073-24DB-4310-84D9-B0D4B725D1C4}" type="presOf" srcId="{F2F893B3-1E28-46F8-A206-4F1CA5F085FD}" destId="{2FF4A031-57BD-4F40-BADD-3D284791F590}" srcOrd="0" destOrd="0" presId="urn:microsoft.com/office/officeart/2005/8/layout/process2"/>
    <dgm:cxn modelId="{80946574-F267-4FDE-9B22-70F15BC220A7}" type="presOf" srcId="{FB6D9667-4088-41F9-870C-C875AA9EF3A5}" destId="{981A7F7F-F2F1-4F40-AB8A-232F7602F296}" srcOrd="1" destOrd="0" presId="urn:microsoft.com/office/officeart/2005/8/layout/process2"/>
    <dgm:cxn modelId="{D465C290-66F8-4423-93AA-0BA9A509908D}" type="presOf" srcId="{2067ADBE-2A29-452D-8ED1-17496096919B}" destId="{D69E0800-3D6C-422B-9697-707EB9611E97}" srcOrd="0" destOrd="0" presId="urn:microsoft.com/office/officeart/2005/8/layout/process2"/>
    <dgm:cxn modelId="{456270B5-BC66-4C5B-8155-886B0DA92CF0}" type="presOf" srcId="{111F6E32-FC28-47F5-881C-4B9B1083D9E8}" destId="{3187BFAA-C83C-4F25-A016-A9BBD08CE988}" srcOrd="0" destOrd="0" presId="urn:microsoft.com/office/officeart/2005/8/layout/process2"/>
    <dgm:cxn modelId="{36090FC1-B1E6-42EA-A897-9FDF4A26E0DF}" type="presOf" srcId="{111F6E32-FC28-47F5-881C-4B9B1083D9E8}" destId="{EE929764-AD37-48F5-90A3-33DFEA7F1FAB}" srcOrd="1" destOrd="0" presId="urn:microsoft.com/office/officeart/2005/8/layout/process2"/>
    <dgm:cxn modelId="{54B533E5-4232-4C3C-9F30-64ABCDFB5B73}" type="presOf" srcId="{6DF1C7D7-01EA-410E-8557-B95FBE5E6E98}" destId="{5E398BDA-EFE9-46BE-80F3-92B74CFE2E27}" srcOrd="0" destOrd="0" presId="urn:microsoft.com/office/officeart/2005/8/layout/process2"/>
    <dgm:cxn modelId="{87DA8CE6-2AAC-4559-8228-6BB6BB19636B}" type="presOf" srcId="{F0C4558F-8817-4E13-B1D0-926323033D2C}" destId="{82654C82-2556-48EE-8EFE-1E11473B26D7}" srcOrd="0" destOrd="0" presId="urn:microsoft.com/office/officeart/2005/8/layout/process2"/>
    <dgm:cxn modelId="{28F8D6F3-48B8-4D9E-9835-3D67971C8B46}" type="presParOf" srcId="{82654C82-2556-48EE-8EFE-1E11473B26D7}" destId="{5E398BDA-EFE9-46BE-80F3-92B74CFE2E27}" srcOrd="0" destOrd="0" presId="urn:microsoft.com/office/officeart/2005/8/layout/process2"/>
    <dgm:cxn modelId="{8E7E212A-8DCB-431C-9A83-5621034A3501}" type="presParOf" srcId="{82654C82-2556-48EE-8EFE-1E11473B26D7}" destId="{8819048D-DE71-4EDD-B034-6700376AB694}" srcOrd="1" destOrd="0" presId="urn:microsoft.com/office/officeart/2005/8/layout/process2"/>
    <dgm:cxn modelId="{5B0C083A-29CB-4D66-8A04-D4B9BD6149E4}" type="presParOf" srcId="{8819048D-DE71-4EDD-B034-6700376AB694}" destId="{981A7F7F-F2F1-4F40-AB8A-232F7602F296}" srcOrd="0" destOrd="0" presId="urn:microsoft.com/office/officeart/2005/8/layout/process2"/>
    <dgm:cxn modelId="{EF0F671F-F97B-450C-B6F6-AEEFA016D903}" type="presParOf" srcId="{82654C82-2556-48EE-8EFE-1E11473B26D7}" destId="{D69E0800-3D6C-422B-9697-707EB9611E97}" srcOrd="2" destOrd="0" presId="urn:microsoft.com/office/officeart/2005/8/layout/process2"/>
    <dgm:cxn modelId="{DAAEB573-EAB4-4D3C-B9FF-404F5EBBBDE2}" type="presParOf" srcId="{82654C82-2556-48EE-8EFE-1E11473B26D7}" destId="{3187BFAA-C83C-4F25-A016-A9BBD08CE988}" srcOrd="3" destOrd="0" presId="urn:microsoft.com/office/officeart/2005/8/layout/process2"/>
    <dgm:cxn modelId="{386895A5-F8D7-47AC-A3D6-D64482E376AC}" type="presParOf" srcId="{3187BFAA-C83C-4F25-A016-A9BBD08CE988}" destId="{EE929764-AD37-48F5-90A3-33DFEA7F1FAB}" srcOrd="0" destOrd="0" presId="urn:microsoft.com/office/officeart/2005/8/layout/process2"/>
    <dgm:cxn modelId="{5B949AE4-7B61-4A0D-B207-679ED2F4B78B}" type="presParOf" srcId="{82654C82-2556-48EE-8EFE-1E11473B26D7}" destId="{2FF4A031-57BD-4F40-BADD-3D284791F590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3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0C4558F-8817-4E13-B1D0-926323033D2C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6DF1C7D7-01EA-410E-8557-B95FBE5E6E98}">
      <dgm:prSet phldrT="[Text]" phldr="0"/>
      <dgm:spPr/>
      <dgm:t>
        <a:bodyPr/>
        <a:lstStyle/>
        <a:p>
          <a:r>
            <a:rPr lang="en-US">
              <a:latin typeface="Calibri" panose="020F0502020204030204"/>
            </a:rPr>
            <a:t>Ser-1</a:t>
          </a:r>
          <a:endParaRPr lang="en-US"/>
        </a:p>
      </dgm:t>
    </dgm:pt>
    <dgm:pt modelId="{6D26A841-00B5-4151-B22C-BA1CC61D4160}" type="parTrans" cxnId="{09A14B16-E250-48A6-B5F8-F481D1D47ED6}">
      <dgm:prSet/>
      <dgm:spPr/>
    </dgm:pt>
    <dgm:pt modelId="{FB6D9667-4088-41F9-870C-C875AA9EF3A5}" type="sibTrans" cxnId="{09A14B16-E250-48A6-B5F8-F481D1D47ED6}">
      <dgm:prSet/>
      <dgm:spPr/>
      <dgm:t>
        <a:bodyPr/>
        <a:lstStyle/>
        <a:p>
          <a:endParaRPr lang="en-US"/>
        </a:p>
      </dgm:t>
    </dgm:pt>
    <dgm:pt modelId="{2067ADBE-2A29-452D-8ED1-17496096919B}">
      <dgm:prSet phldrT="[Text]" phldr="0"/>
      <dgm:spPr/>
      <dgm:t>
        <a:bodyPr/>
        <a:lstStyle/>
        <a:p>
          <a:r>
            <a:rPr lang="en-US">
              <a:latin typeface="Calibri" panose="020F0502020204030204"/>
            </a:rPr>
            <a:t>Lib</a:t>
          </a:r>
          <a:endParaRPr lang="en-US"/>
        </a:p>
      </dgm:t>
    </dgm:pt>
    <dgm:pt modelId="{ED2A826B-4D12-41B5-9717-5DD1F63993E2}" type="parTrans" cxnId="{DADBC135-CBB2-475D-8522-9EF46593124D}">
      <dgm:prSet/>
      <dgm:spPr/>
    </dgm:pt>
    <dgm:pt modelId="{111F6E32-FC28-47F5-881C-4B9B1083D9E8}" type="sibTrans" cxnId="{DADBC135-CBB2-475D-8522-9EF46593124D}">
      <dgm:prSet/>
      <dgm:spPr/>
      <dgm:t>
        <a:bodyPr/>
        <a:lstStyle/>
        <a:p>
          <a:endParaRPr lang="en-US"/>
        </a:p>
      </dgm:t>
    </dgm:pt>
    <dgm:pt modelId="{F2F893B3-1E28-46F8-A206-4F1CA5F085FD}">
      <dgm:prSet phldrT="[Text]" phldr="0"/>
      <dgm:spPr/>
      <dgm:t>
        <a:bodyPr/>
        <a:lstStyle/>
        <a:p>
          <a:r>
            <a:rPr lang="en-US">
              <a:latin typeface="Calibri" panose="020F0502020204030204"/>
            </a:rPr>
            <a:t>DB</a:t>
          </a:r>
          <a:endParaRPr lang="en-US"/>
        </a:p>
      </dgm:t>
    </dgm:pt>
    <dgm:pt modelId="{9D3D46AD-12D7-4A43-8FD7-A0B99D837B5F}" type="parTrans" cxnId="{DBA61462-7CD6-43A6-B2D6-3FEB89315936}">
      <dgm:prSet/>
      <dgm:spPr/>
    </dgm:pt>
    <dgm:pt modelId="{B14B97D7-D3C4-4D78-8700-AF3A94D740C3}" type="sibTrans" cxnId="{DBA61462-7CD6-43A6-B2D6-3FEB89315936}">
      <dgm:prSet/>
      <dgm:spPr/>
    </dgm:pt>
    <dgm:pt modelId="{82654C82-2556-48EE-8EFE-1E11473B26D7}" type="pres">
      <dgm:prSet presAssocID="{F0C4558F-8817-4E13-B1D0-926323033D2C}" presName="linearFlow" presStyleCnt="0">
        <dgm:presLayoutVars>
          <dgm:resizeHandles val="exact"/>
        </dgm:presLayoutVars>
      </dgm:prSet>
      <dgm:spPr/>
    </dgm:pt>
    <dgm:pt modelId="{5E398BDA-EFE9-46BE-80F3-92B74CFE2E27}" type="pres">
      <dgm:prSet presAssocID="{6DF1C7D7-01EA-410E-8557-B95FBE5E6E98}" presName="node" presStyleLbl="node1" presStyleIdx="0" presStyleCnt="3">
        <dgm:presLayoutVars>
          <dgm:bulletEnabled val="1"/>
        </dgm:presLayoutVars>
      </dgm:prSet>
      <dgm:spPr/>
    </dgm:pt>
    <dgm:pt modelId="{8819048D-DE71-4EDD-B034-6700376AB694}" type="pres">
      <dgm:prSet presAssocID="{FB6D9667-4088-41F9-870C-C875AA9EF3A5}" presName="sibTrans" presStyleLbl="sibTrans2D1" presStyleIdx="0" presStyleCnt="2"/>
      <dgm:spPr/>
    </dgm:pt>
    <dgm:pt modelId="{981A7F7F-F2F1-4F40-AB8A-232F7602F296}" type="pres">
      <dgm:prSet presAssocID="{FB6D9667-4088-41F9-870C-C875AA9EF3A5}" presName="connectorText" presStyleLbl="sibTrans2D1" presStyleIdx="0" presStyleCnt="2"/>
      <dgm:spPr/>
    </dgm:pt>
    <dgm:pt modelId="{D69E0800-3D6C-422B-9697-707EB9611E97}" type="pres">
      <dgm:prSet presAssocID="{2067ADBE-2A29-452D-8ED1-17496096919B}" presName="node" presStyleLbl="node1" presStyleIdx="1" presStyleCnt="3">
        <dgm:presLayoutVars>
          <dgm:bulletEnabled val="1"/>
        </dgm:presLayoutVars>
      </dgm:prSet>
      <dgm:spPr/>
    </dgm:pt>
    <dgm:pt modelId="{3187BFAA-C83C-4F25-A016-A9BBD08CE988}" type="pres">
      <dgm:prSet presAssocID="{111F6E32-FC28-47F5-881C-4B9B1083D9E8}" presName="sibTrans" presStyleLbl="sibTrans2D1" presStyleIdx="1" presStyleCnt="2"/>
      <dgm:spPr/>
    </dgm:pt>
    <dgm:pt modelId="{EE929764-AD37-48F5-90A3-33DFEA7F1FAB}" type="pres">
      <dgm:prSet presAssocID="{111F6E32-FC28-47F5-881C-4B9B1083D9E8}" presName="connectorText" presStyleLbl="sibTrans2D1" presStyleIdx="1" presStyleCnt="2"/>
      <dgm:spPr/>
    </dgm:pt>
    <dgm:pt modelId="{2FF4A031-57BD-4F40-BADD-3D284791F590}" type="pres">
      <dgm:prSet presAssocID="{F2F893B3-1E28-46F8-A206-4F1CA5F085FD}" presName="node" presStyleLbl="node1" presStyleIdx="2" presStyleCnt="3">
        <dgm:presLayoutVars>
          <dgm:bulletEnabled val="1"/>
        </dgm:presLayoutVars>
      </dgm:prSet>
      <dgm:spPr/>
    </dgm:pt>
  </dgm:ptLst>
  <dgm:cxnLst>
    <dgm:cxn modelId="{09A14B16-E250-48A6-B5F8-F481D1D47ED6}" srcId="{F0C4558F-8817-4E13-B1D0-926323033D2C}" destId="{6DF1C7D7-01EA-410E-8557-B95FBE5E6E98}" srcOrd="0" destOrd="0" parTransId="{6D26A841-00B5-4151-B22C-BA1CC61D4160}" sibTransId="{FB6D9667-4088-41F9-870C-C875AA9EF3A5}"/>
    <dgm:cxn modelId="{1C23E92B-6FD1-46F9-8A0D-82FD8AB61D02}" type="presOf" srcId="{FB6D9667-4088-41F9-870C-C875AA9EF3A5}" destId="{8819048D-DE71-4EDD-B034-6700376AB694}" srcOrd="0" destOrd="0" presId="urn:microsoft.com/office/officeart/2005/8/layout/process2"/>
    <dgm:cxn modelId="{DADBC135-CBB2-475D-8522-9EF46593124D}" srcId="{F0C4558F-8817-4E13-B1D0-926323033D2C}" destId="{2067ADBE-2A29-452D-8ED1-17496096919B}" srcOrd="1" destOrd="0" parTransId="{ED2A826B-4D12-41B5-9717-5DD1F63993E2}" sibTransId="{111F6E32-FC28-47F5-881C-4B9B1083D9E8}"/>
    <dgm:cxn modelId="{DBA61462-7CD6-43A6-B2D6-3FEB89315936}" srcId="{F0C4558F-8817-4E13-B1D0-926323033D2C}" destId="{F2F893B3-1E28-46F8-A206-4F1CA5F085FD}" srcOrd="2" destOrd="0" parTransId="{9D3D46AD-12D7-4A43-8FD7-A0B99D837B5F}" sibTransId="{B14B97D7-D3C4-4D78-8700-AF3A94D740C3}"/>
    <dgm:cxn modelId="{9E992073-24DB-4310-84D9-B0D4B725D1C4}" type="presOf" srcId="{F2F893B3-1E28-46F8-A206-4F1CA5F085FD}" destId="{2FF4A031-57BD-4F40-BADD-3D284791F590}" srcOrd="0" destOrd="0" presId="urn:microsoft.com/office/officeart/2005/8/layout/process2"/>
    <dgm:cxn modelId="{80946574-F267-4FDE-9B22-70F15BC220A7}" type="presOf" srcId="{FB6D9667-4088-41F9-870C-C875AA9EF3A5}" destId="{981A7F7F-F2F1-4F40-AB8A-232F7602F296}" srcOrd="1" destOrd="0" presId="urn:microsoft.com/office/officeart/2005/8/layout/process2"/>
    <dgm:cxn modelId="{D465C290-66F8-4423-93AA-0BA9A509908D}" type="presOf" srcId="{2067ADBE-2A29-452D-8ED1-17496096919B}" destId="{D69E0800-3D6C-422B-9697-707EB9611E97}" srcOrd="0" destOrd="0" presId="urn:microsoft.com/office/officeart/2005/8/layout/process2"/>
    <dgm:cxn modelId="{456270B5-BC66-4C5B-8155-886B0DA92CF0}" type="presOf" srcId="{111F6E32-FC28-47F5-881C-4B9B1083D9E8}" destId="{3187BFAA-C83C-4F25-A016-A9BBD08CE988}" srcOrd="0" destOrd="0" presId="urn:microsoft.com/office/officeart/2005/8/layout/process2"/>
    <dgm:cxn modelId="{36090FC1-B1E6-42EA-A897-9FDF4A26E0DF}" type="presOf" srcId="{111F6E32-FC28-47F5-881C-4B9B1083D9E8}" destId="{EE929764-AD37-48F5-90A3-33DFEA7F1FAB}" srcOrd="1" destOrd="0" presId="urn:microsoft.com/office/officeart/2005/8/layout/process2"/>
    <dgm:cxn modelId="{54B533E5-4232-4C3C-9F30-64ABCDFB5B73}" type="presOf" srcId="{6DF1C7D7-01EA-410E-8557-B95FBE5E6E98}" destId="{5E398BDA-EFE9-46BE-80F3-92B74CFE2E27}" srcOrd="0" destOrd="0" presId="urn:microsoft.com/office/officeart/2005/8/layout/process2"/>
    <dgm:cxn modelId="{87DA8CE6-2AAC-4559-8228-6BB6BB19636B}" type="presOf" srcId="{F0C4558F-8817-4E13-B1D0-926323033D2C}" destId="{82654C82-2556-48EE-8EFE-1E11473B26D7}" srcOrd="0" destOrd="0" presId="urn:microsoft.com/office/officeart/2005/8/layout/process2"/>
    <dgm:cxn modelId="{28F8D6F3-48B8-4D9E-9835-3D67971C8B46}" type="presParOf" srcId="{82654C82-2556-48EE-8EFE-1E11473B26D7}" destId="{5E398BDA-EFE9-46BE-80F3-92B74CFE2E27}" srcOrd="0" destOrd="0" presId="urn:microsoft.com/office/officeart/2005/8/layout/process2"/>
    <dgm:cxn modelId="{8E7E212A-8DCB-431C-9A83-5621034A3501}" type="presParOf" srcId="{82654C82-2556-48EE-8EFE-1E11473B26D7}" destId="{8819048D-DE71-4EDD-B034-6700376AB694}" srcOrd="1" destOrd="0" presId="urn:microsoft.com/office/officeart/2005/8/layout/process2"/>
    <dgm:cxn modelId="{5B0C083A-29CB-4D66-8A04-D4B9BD6149E4}" type="presParOf" srcId="{8819048D-DE71-4EDD-B034-6700376AB694}" destId="{981A7F7F-F2F1-4F40-AB8A-232F7602F296}" srcOrd="0" destOrd="0" presId="urn:microsoft.com/office/officeart/2005/8/layout/process2"/>
    <dgm:cxn modelId="{EF0F671F-F97B-450C-B6F6-AEEFA016D903}" type="presParOf" srcId="{82654C82-2556-48EE-8EFE-1E11473B26D7}" destId="{D69E0800-3D6C-422B-9697-707EB9611E97}" srcOrd="2" destOrd="0" presId="urn:microsoft.com/office/officeart/2005/8/layout/process2"/>
    <dgm:cxn modelId="{DAAEB573-EAB4-4D3C-B9FF-404F5EBBBDE2}" type="presParOf" srcId="{82654C82-2556-48EE-8EFE-1E11473B26D7}" destId="{3187BFAA-C83C-4F25-A016-A9BBD08CE988}" srcOrd="3" destOrd="0" presId="urn:microsoft.com/office/officeart/2005/8/layout/process2"/>
    <dgm:cxn modelId="{386895A5-F8D7-47AC-A3D6-D64482E376AC}" type="presParOf" srcId="{3187BFAA-C83C-4F25-A016-A9BBD08CE988}" destId="{EE929764-AD37-48F5-90A3-33DFEA7F1FAB}" srcOrd="0" destOrd="0" presId="urn:microsoft.com/office/officeart/2005/8/layout/process2"/>
    <dgm:cxn modelId="{5B949AE4-7B61-4A0D-B207-679ED2F4B78B}" type="presParOf" srcId="{82654C82-2556-48EE-8EFE-1E11473B26D7}" destId="{2FF4A031-57BD-4F40-BADD-3D284791F590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41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0C4558F-8817-4E13-B1D0-926323033D2C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6DF1C7D7-01EA-410E-8557-B95FBE5E6E98}">
      <dgm:prSet phldrT="[Text]" phldr="0"/>
      <dgm:spPr/>
      <dgm:t>
        <a:bodyPr/>
        <a:lstStyle/>
        <a:p>
          <a:r>
            <a:rPr lang="en-US">
              <a:latin typeface="Calibri" panose="020F0502020204030204"/>
            </a:rPr>
            <a:t>Ser-1</a:t>
          </a:r>
          <a:endParaRPr lang="en-US"/>
        </a:p>
      </dgm:t>
    </dgm:pt>
    <dgm:pt modelId="{6D26A841-00B5-4151-B22C-BA1CC61D4160}" type="parTrans" cxnId="{09A14B16-E250-48A6-B5F8-F481D1D47ED6}">
      <dgm:prSet/>
      <dgm:spPr/>
    </dgm:pt>
    <dgm:pt modelId="{FB6D9667-4088-41F9-870C-C875AA9EF3A5}" type="sibTrans" cxnId="{09A14B16-E250-48A6-B5F8-F481D1D47ED6}">
      <dgm:prSet/>
      <dgm:spPr/>
      <dgm:t>
        <a:bodyPr/>
        <a:lstStyle/>
        <a:p>
          <a:endParaRPr lang="en-US"/>
        </a:p>
      </dgm:t>
    </dgm:pt>
    <dgm:pt modelId="{2067ADBE-2A29-452D-8ED1-17496096919B}">
      <dgm:prSet phldrT="[Text]" phldr="0"/>
      <dgm:spPr/>
      <dgm:t>
        <a:bodyPr/>
        <a:lstStyle/>
        <a:p>
          <a:r>
            <a:rPr lang="en-US">
              <a:latin typeface="Calibri" panose="020F0502020204030204"/>
            </a:rPr>
            <a:t>Lib</a:t>
          </a:r>
          <a:endParaRPr lang="en-US"/>
        </a:p>
      </dgm:t>
    </dgm:pt>
    <dgm:pt modelId="{ED2A826B-4D12-41B5-9717-5DD1F63993E2}" type="parTrans" cxnId="{DADBC135-CBB2-475D-8522-9EF46593124D}">
      <dgm:prSet/>
      <dgm:spPr/>
    </dgm:pt>
    <dgm:pt modelId="{111F6E32-FC28-47F5-881C-4B9B1083D9E8}" type="sibTrans" cxnId="{DADBC135-CBB2-475D-8522-9EF46593124D}">
      <dgm:prSet/>
      <dgm:spPr/>
      <dgm:t>
        <a:bodyPr/>
        <a:lstStyle/>
        <a:p>
          <a:endParaRPr lang="en-US"/>
        </a:p>
      </dgm:t>
    </dgm:pt>
    <dgm:pt modelId="{F2F893B3-1E28-46F8-A206-4F1CA5F085FD}">
      <dgm:prSet phldrT="[Text]" phldr="0"/>
      <dgm:spPr/>
      <dgm:t>
        <a:bodyPr/>
        <a:lstStyle/>
        <a:p>
          <a:r>
            <a:rPr lang="en-US">
              <a:latin typeface="Calibri" panose="020F0502020204030204"/>
            </a:rPr>
            <a:t>DB</a:t>
          </a:r>
          <a:endParaRPr lang="en-US"/>
        </a:p>
      </dgm:t>
    </dgm:pt>
    <dgm:pt modelId="{9D3D46AD-12D7-4A43-8FD7-A0B99D837B5F}" type="parTrans" cxnId="{DBA61462-7CD6-43A6-B2D6-3FEB89315936}">
      <dgm:prSet/>
      <dgm:spPr/>
    </dgm:pt>
    <dgm:pt modelId="{B14B97D7-D3C4-4D78-8700-AF3A94D740C3}" type="sibTrans" cxnId="{DBA61462-7CD6-43A6-B2D6-3FEB89315936}">
      <dgm:prSet/>
      <dgm:spPr/>
    </dgm:pt>
    <dgm:pt modelId="{82654C82-2556-48EE-8EFE-1E11473B26D7}" type="pres">
      <dgm:prSet presAssocID="{F0C4558F-8817-4E13-B1D0-926323033D2C}" presName="linearFlow" presStyleCnt="0">
        <dgm:presLayoutVars>
          <dgm:resizeHandles val="exact"/>
        </dgm:presLayoutVars>
      </dgm:prSet>
      <dgm:spPr/>
    </dgm:pt>
    <dgm:pt modelId="{5E398BDA-EFE9-46BE-80F3-92B74CFE2E27}" type="pres">
      <dgm:prSet presAssocID="{6DF1C7D7-01EA-410E-8557-B95FBE5E6E98}" presName="node" presStyleLbl="node1" presStyleIdx="0" presStyleCnt="3">
        <dgm:presLayoutVars>
          <dgm:bulletEnabled val="1"/>
        </dgm:presLayoutVars>
      </dgm:prSet>
      <dgm:spPr/>
    </dgm:pt>
    <dgm:pt modelId="{8819048D-DE71-4EDD-B034-6700376AB694}" type="pres">
      <dgm:prSet presAssocID="{FB6D9667-4088-41F9-870C-C875AA9EF3A5}" presName="sibTrans" presStyleLbl="sibTrans2D1" presStyleIdx="0" presStyleCnt="2"/>
      <dgm:spPr/>
    </dgm:pt>
    <dgm:pt modelId="{981A7F7F-F2F1-4F40-AB8A-232F7602F296}" type="pres">
      <dgm:prSet presAssocID="{FB6D9667-4088-41F9-870C-C875AA9EF3A5}" presName="connectorText" presStyleLbl="sibTrans2D1" presStyleIdx="0" presStyleCnt="2"/>
      <dgm:spPr/>
    </dgm:pt>
    <dgm:pt modelId="{D69E0800-3D6C-422B-9697-707EB9611E97}" type="pres">
      <dgm:prSet presAssocID="{2067ADBE-2A29-452D-8ED1-17496096919B}" presName="node" presStyleLbl="node1" presStyleIdx="1" presStyleCnt="3">
        <dgm:presLayoutVars>
          <dgm:bulletEnabled val="1"/>
        </dgm:presLayoutVars>
      </dgm:prSet>
      <dgm:spPr/>
    </dgm:pt>
    <dgm:pt modelId="{3187BFAA-C83C-4F25-A016-A9BBD08CE988}" type="pres">
      <dgm:prSet presAssocID="{111F6E32-FC28-47F5-881C-4B9B1083D9E8}" presName="sibTrans" presStyleLbl="sibTrans2D1" presStyleIdx="1" presStyleCnt="2"/>
      <dgm:spPr/>
    </dgm:pt>
    <dgm:pt modelId="{EE929764-AD37-48F5-90A3-33DFEA7F1FAB}" type="pres">
      <dgm:prSet presAssocID="{111F6E32-FC28-47F5-881C-4B9B1083D9E8}" presName="connectorText" presStyleLbl="sibTrans2D1" presStyleIdx="1" presStyleCnt="2"/>
      <dgm:spPr/>
    </dgm:pt>
    <dgm:pt modelId="{2FF4A031-57BD-4F40-BADD-3D284791F590}" type="pres">
      <dgm:prSet presAssocID="{F2F893B3-1E28-46F8-A206-4F1CA5F085FD}" presName="node" presStyleLbl="node1" presStyleIdx="2" presStyleCnt="3">
        <dgm:presLayoutVars>
          <dgm:bulletEnabled val="1"/>
        </dgm:presLayoutVars>
      </dgm:prSet>
      <dgm:spPr/>
    </dgm:pt>
  </dgm:ptLst>
  <dgm:cxnLst>
    <dgm:cxn modelId="{09A14B16-E250-48A6-B5F8-F481D1D47ED6}" srcId="{F0C4558F-8817-4E13-B1D0-926323033D2C}" destId="{6DF1C7D7-01EA-410E-8557-B95FBE5E6E98}" srcOrd="0" destOrd="0" parTransId="{6D26A841-00B5-4151-B22C-BA1CC61D4160}" sibTransId="{FB6D9667-4088-41F9-870C-C875AA9EF3A5}"/>
    <dgm:cxn modelId="{1C23E92B-6FD1-46F9-8A0D-82FD8AB61D02}" type="presOf" srcId="{FB6D9667-4088-41F9-870C-C875AA9EF3A5}" destId="{8819048D-DE71-4EDD-B034-6700376AB694}" srcOrd="0" destOrd="0" presId="urn:microsoft.com/office/officeart/2005/8/layout/process2"/>
    <dgm:cxn modelId="{DADBC135-CBB2-475D-8522-9EF46593124D}" srcId="{F0C4558F-8817-4E13-B1D0-926323033D2C}" destId="{2067ADBE-2A29-452D-8ED1-17496096919B}" srcOrd="1" destOrd="0" parTransId="{ED2A826B-4D12-41B5-9717-5DD1F63993E2}" sibTransId="{111F6E32-FC28-47F5-881C-4B9B1083D9E8}"/>
    <dgm:cxn modelId="{DBA61462-7CD6-43A6-B2D6-3FEB89315936}" srcId="{F0C4558F-8817-4E13-B1D0-926323033D2C}" destId="{F2F893B3-1E28-46F8-A206-4F1CA5F085FD}" srcOrd="2" destOrd="0" parTransId="{9D3D46AD-12D7-4A43-8FD7-A0B99D837B5F}" sibTransId="{B14B97D7-D3C4-4D78-8700-AF3A94D740C3}"/>
    <dgm:cxn modelId="{9E992073-24DB-4310-84D9-B0D4B725D1C4}" type="presOf" srcId="{F2F893B3-1E28-46F8-A206-4F1CA5F085FD}" destId="{2FF4A031-57BD-4F40-BADD-3D284791F590}" srcOrd="0" destOrd="0" presId="urn:microsoft.com/office/officeart/2005/8/layout/process2"/>
    <dgm:cxn modelId="{80946574-F267-4FDE-9B22-70F15BC220A7}" type="presOf" srcId="{FB6D9667-4088-41F9-870C-C875AA9EF3A5}" destId="{981A7F7F-F2F1-4F40-AB8A-232F7602F296}" srcOrd="1" destOrd="0" presId="urn:microsoft.com/office/officeart/2005/8/layout/process2"/>
    <dgm:cxn modelId="{D465C290-66F8-4423-93AA-0BA9A509908D}" type="presOf" srcId="{2067ADBE-2A29-452D-8ED1-17496096919B}" destId="{D69E0800-3D6C-422B-9697-707EB9611E97}" srcOrd="0" destOrd="0" presId="urn:microsoft.com/office/officeart/2005/8/layout/process2"/>
    <dgm:cxn modelId="{456270B5-BC66-4C5B-8155-886B0DA92CF0}" type="presOf" srcId="{111F6E32-FC28-47F5-881C-4B9B1083D9E8}" destId="{3187BFAA-C83C-4F25-A016-A9BBD08CE988}" srcOrd="0" destOrd="0" presId="urn:microsoft.com/office/officeart/2005/8/layout/process2"/>
    <dgm:cxn modelId="{36090FC1-B1E6-42EA-A897-9FDF4A26E0DF}" type="presOf" srcId="{111F6E32-FC28-47F5-881C-4B9B1083D9E8}" destId="{EE929764-AD37-48F5-90A3-33DFEA7F1FAB}" srcOrd="1" destOrd="0" presId="urn:microsoft.com/office/officeart/2005/8/layout/process2"/>
    <dgm:cxn modelId="{54B533E5-4232-4C3C-9F30-64ABCDFB5B73}" type="presOf" srcId="{6DF1C7D7-01EA-410E-8557-B95FBE5E6E98}" destId="{5E398BDA-EFE9-46BE-80F3-92B74CFE2E27}" srcOrd="0" destOrd="0" presId="urn:microsoft.com/office/officeart/2005/8/layout/process2"/>
    <dgm:cxn modelId="{87DA8CE6-2AAC-4559-8228-6BB6BB19636B}" type="presOf" srcId="{F0C4558F-8817-4E13-B1D0-926323033D2C}" destId="{82654C82-2556-48EE-8EFE-1E11473B26D7}" srcOrd="0" destOrd="0" presId="urn:microsoft.com/office/officeart/2005/8/layout/process2"/>
    <dgm:cxn modelId="{28F8D6F3-48B8-4D9E-9835-3D67971C8B46}" type="presParOf" srcId="{82654C82-2556-48EE-8EFE-1E11473B26D7}" destId="{5E398BDA-EFE9-46BE-80F3-92B74CFE2E27}" srcOrd="0" destOrd="0" presId="urn:microsoft.com/office/officeart/2005/8/layout/process2"/>
    <dgm:cxn modelId="{8E7E212A-8DCB-431C-9A83-5621034A3501}" type="presParOf" srcId="{82654C82-2556-48EE-8EFE-1E11473B26D7}" destId="{8819048D-DE71-4EDD-B034-6700376AB694}" srcOrd="1" destOrd="0" presId="urn:microsoft.com/office/officeart/2005/8/layout/process2"/>
    <dgm:cxn modelId="{5B0C083A-29CB-4D66-8A04-D4B9BD6149E4}" type="presParOf" srcId="{8819048D-DE71-4EDD-B034-6700376AB694}" destId="{981A7F7F-F2F1-4F40-AB8A-232F7602F296}" srcOrd="0" destOrd="0" presId="urn:microsoft.com/office/officeart/2005/8/layout/process2"/>
    <dgm:cxn modelId="{EF0F671F-F97B-450C-B6F6-AEEFA016D903}" type="presParOf" srcId="{82654C82-2556-48EE-8EFE-1E11473B26D7}" destId="{D69E0800-3D6C-422B-9697-707EB9611E97}" srcOrd="2" destOrd="0" presId="urn:microsoft.com/office/officeart/2005/8/layout/process2"/>
    <dgm:cxn modelId="{DAAEB573-EAB4-4D3C-B9FF-404F5EBBBDE2}" type="presParOf" srcId="{82654C82-2556-48EE-8EFE-1E11473B26D7}" destId="{3187BFAA-C83C-4F25-A016-A9BBD08CE988}" srcOrd="3" destOrd="0" presId="urn:microsoft.com/office/officeart/2005/8/layout/process2"/>
    <dgm:cxn modelId="{386895A5-F8D7-47AC-A3D6-D64482E376AC}" type="presParOf" srcId="{3187BFAA-C83C-4F25-A016-A9BBD08CE988}" destId="{EE929764-AD37-48F5-90A3-33DFEA7F1FAB}" srcOrd="0" destOrd="0" presId="urn:microsoft.com/office/officeart/2005/8/layout/process2"/>
    <dgm:cxn modelId="{5B949AE4-7B61-4A0D-B207-679ED2F4B78B}" type="presParOf" srcId="{82654C82-2556-48EE-8EFE-1E11473B26D7}" destId="{2FF4A031-57BD-4F40-BADD-3D284791F590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4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0C4558F-8817-4E13-B1D0-926323033D2C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6DF1C7D7-01EA-410E-8557-B95FBE5E6E98}">
      <dgm:prSet phldrT="[Text]" phldr="0"/>
      <dgm:spPr/>
      <dgm:t>
        <a:bodyPr/>
        <a:lstStyle/>
        <a:p>
          <a:r>
            <a:rPr lang="en-US">
              <a:latin typeface="Calibri" panose="020F0502020204030204"/>
            </a:rPr>
            <a:t>Ser-1</a:t>
          </a:r>
          <a:endParaRPr lang="en-US"/>
        </a:p>
      </dgm:t>
    </dgm:pt>
    <dgm:pt modelId="{6D26A841-00B5-4151-B22C-BA1CC61D4160}" type="parTrans" cxnId="{09A14B16-E250-48A6-B5F8-F481D1D47ED6}">
      <dgm:prSet/>
      <dgm:spPr/>
    </dgm:pt>
    <dgm:pt modelId="{FB6D9667-4088-41F9-870C-C875AA9EF3A5}" type="sibTrans" cxnId="{09A14B16-E250-48A6-B5F8-F481D1D47ED6}">
      <dgm:prSet/>
      <dgm:spPr/>
      <dgm:t>
        <a:bodyPr/>
        <a:lstStyle/>
        <a:p>
          <a:endParaRPr lang="en-US"/>
        </a:p>
      </dgm:t>
    </dgm:pt>
    <dgm:pt modelId="{2067ADBE-2A29-452D-8ED1-17496096919B}">
      <dgm:prSet phldrT="[Text]" phldr="0"/>
      <dgm:spPr/>
      <dgm:t>
        <a:bodyPr/>
        <a:lstStyle/>
        <a:p>
          <a:r>
            <a:rPr lang="en-US">
              <a:latin typeface="Calibri" panose="020F0502020204030204"/>
            </a:rPr>
            <a:t>Lib</a:t>
          </a:r>
          <a:endParaRPr lang="en-US"/>
        </a:p>
      </dgm:t>
    </dgm:pt>
    <dgm:pt modelId="{ED2A826B-4D12-41B5-9717-5DD1F63993E2}" type="parTrans" cxnId="{DADBC135-CBB2-475D-8522-9EF46593124D}">
      <dgm:prSet/>
      <dgm:spPr/>
    </dgm:pt>
    <dgm:pt modelId="{111F6E32-FC28-47F5-881C-4B9B1083D9E8}" type="sibTrans" cxnId="{DADBC135-CBB2-475D-8522-9EF46593124D}">
      <dgm:prSet/>
      <dgm:spPr/>
      <dgm:t>
        <a:bodyPr/>
        <a:lstStyle/>
        <a:p>
          <a:endParaRPr lang="en-US"/>
        </a:p>
      </dgm:t>
    </dgm:pt>
    <dgm:pt modelId="{F2F893B3-1E28-46F8-A206-4F1CA5F085FD}">
      <dgm:prSet phldrT="[Text]" phldr="0"/>
      <dgm:spPr/>
      <dgm:t>
        <a:bodyPr/>
        <a:lstStyle/>
        <a:p>
          <a:r>
            <a:rPr lang="en-US">
              <a:latin typeface="Calibri" panose="020F0502020204030204"/>
            </a:rPr>
            <a:t>DB</a:t>
          </a:r>
          <a:endParaRPr lang="en-US"/>
        </a:p>
      </dgm:t>
    </dgm:pt>
    <dgm:pt modelId="{9D3D46AD-12D7-4A43-8FD7-A0B99D837B5F}" type="parTrans" cxnId="{DBA61462-7CD6-43A6-B2D6-3FEB89315936}">
      <dgm:prSet/>
      <dgm:spPr/>
    </dgm:pt>
    <dgm:pt modelId="{B14B97D7-D3C4-4D78-8700-AF3A94D740C3}" type="sibTrans" cxnId="{DBA61462-7CD6-43A6-B2D6-3FEB89315936}">
      <dgm:prSet/>
      <dgm:spPr/>
    </dgm:pt>
    <dgm:pt modelId="{82654C82-2556-48EE-8EFE-1E11473B26D7}" type="pres">
      <dgm:prSet presAssocID="{F0C4558F-8817-4E13-B1D0-926323033D2C}" presName="linearFlow" presStyleCnt="0">
        <dgm:presLayoutVars>
          <dgm:resizeHandles val="exact"/>
        </dgm:presLayoutVars>
      </dgm:prSet>
      <dgm:spPr/>
    </dgm:pt>
    <dgm:pt modelId="{5E398BDA-EFE9-46BE-80F3-92B74CFE2E27}" type="pres">
      <dgm:prSet presAssocID="{6DF1C7D7-01EA-410E-8557-B95FBE5E6E98}" presName="node" presStyleLbl="node1" presStyleIdx="0" presStyleCnt="3">
        <dgm:presLayoutVars>
          <dgm:bulletEnabled val="1"/>
        </dgm:presLayoutVars>
      </dgm:prSet>
      <dgm:spPr/>
    </dgm:pt>
    <dgm:pt modelId="{8819048D-DE71-4EDD-B034-6700376AB694}" type="pres">
      <dgm:prSet presAssocID="{FB6D9667-4088-41F9-870C-C875AA9EF3A5}" presName="sibTrans" presStyleLbl="sibTrans2D1" presStyleIdx="0" presStyleCnt="2"/>
      <dgm:spPr/>
    </dgm:pt>
    <dgm:pt modelId="{981A7F7F-F2F1-4F40-AB8A-232F7602F296}" type="pres">
      <dgm:prSet presAssocID="{FB6D9667-4088-41F9-870C-C875AA9EF3A5}" presName="connectorText" presStyleLbl="sibTrans2D1" presStyleIdx="0" presStyleCnt="2"/>
      <dgm:spPr/>
    </dgm:pt>
    <dgm:pt modelId="{D69E0800-3D6C-422B-9697-707EB9611E97}" type="pres">
      <dgm:prSet presAssocID="{2067ADBE-2A29-452D-8ED1-17496096919B}" presName="node" presStyleLbl="node1" presStyleIdx="1" presStyleCnt="3">
        <dgm:presLayoutVars>
          <dgm:bulletEnabled val="1"/>
        </dgm:presLayoutVars>
      </dgm:prSet>
      <dgm:spPr/>
    </dgm:pt>
    <dgm:pt modelId="{3187BFAA-C83C-4F25-A016-A9BBD08CE988}" type="pres">
      <dgm:prSet presAssocID="{111F6E32-FC28-47F5-881C-4B9B1083D9E8}" presName="sibTrans" presStyleLbl="sibTrans2D1" presStyleIdx="1" presStyleCnt="2"/>
      <dgm:spPr/>
    </dgm:pt>
    <dgm:pt modelId="{EE929764-AD37-48F5-90A3-33DFEA7F1FAB}" type="pres">
      <dgm:prSet presAssocID="{111F6E32-FC28-47F5-881C-4B9B1083D9E8}" presName="connectorText" presStyleLbl="sibTrans2D1" presStyleIdx="1" presStyleCnt="2"/>
      <dgm:spPr/>
    </dgm:pt>
    <dgm:pt modelId="{2FF4A031-57BD-4F40-BADD-3D284791F590}" type="pres">
      <dgm:prSet presAssocID="{F2F893B3-1E28-46F8-A206-4F1CA5F085FD}" presName="node" presStyleLbl="node1" presStyleIdx="2" presStyleCnt="3">
        <dgm:presLayoutVars>
          <dgm:bulletEnabled val="1"/>
        </dgm:presLayoutVars>
      </dgm:prSet>
      <dgm:spPr/>
    </dgm:pt>
  </dgm:ptLst>
  <dgm:cxnLst>
    <dgm:cxn modelId="{09A14B16-E250-48A6-B5F8-F481D1D47ED6}" srcId="{F0C4558F-8817-4E13-B1D0-926323033D2C}" destId="{6DF1C7D7-01EA-410E-8557-B95FBE5E6E98}" srcOrd="0" destOrd="0" parTransId="{6D26A841-00B5-4151-B22C-BA1CC61D4160}" sibTransId="{FB6D9667-4088-41F9-870C-C875AA9EF3A5}"/>
    <dgm:cxn modelId="{1C23E92B-6FD1-46F9-8A0D-82FD8AB61D02}" type="presOf" srcId="{FB6D9667-4088-41F9-870C-C875AA9EF3A5}" destId="{8819048D-DE71-4EDD-B034-6700376AB694}" srcOrd="0" destOrd="0" presId="urn:microsoft.com/office/officeart/2005/8/layout/process2"/>
    <dgm:cxn modelId="{DADBC135-CBB2-475D-8522-9EF46593124D}" srcId="{F0C4558F-8817-4E13-B1D0-926323033D2C}" destId="{2067ADBE-2A29-452D-8ED1-17496096919B}" srcOrd="1" destOrd="0" parTransId="{ED2A826B-4D12-41B5-9717-5DD1F63993E2}" sibTransId="{111F6E32-FC28-47F5-881C-4B9B1083D9E8}"/>
    <dgm:cxn modelId="{DBA61462-7CD6-43A6-B2D6-3FEB89315936}" srcId="{F0C4558F-8817-4E13-B1D0-926323033D2C}" destId="{F2F893B3-1E28-46F8-A206-4F1CA5F085FD}" srcOrd="2" destOrd="0" parTransId="{9D3D46AD-12D7-4A43-8FD7-A0B99D837B5F}" sibTransId="{B14B97D7-D3C4-4D78-8700-AF3A94D740C3}"/>
    <dgm:cxn modelId="{9E992073-24DB-4310-84D9-B0D4B725D1C4}" type="presOf" srcId="{F2F893B3-1E28-46F8-A206-4F1CA5F085FD}" destId="{2FF4A031-57BD-4F40-BADD-3D284791F590}" srcOrd="0" destOrd="0" presId="urn:microsoft.com/office/officeart/2005/8/layout/process2"/>
    <dgm:cxn modelId="{80946574-F267-4FDE-9B22-70F15BC220A7}" type="presOf" srcId="{FB6D9667-4088-41F9-870C-C875AA9EF3A5}" destId="{981A7F7F-F2F1-4F40-AB8A-232F7602F296}" srcOrd="1" destOrd="0" presId="urn:microsoft.com/office/officeart/2005/8/layout/process2"/>
    <dgm:cxn modelId="{D465C290-66F8-4423-93AA-0BA9A509908D}" type="presOf" srcId="{2067ADBE-2A29-452D-8ED1-17496096919B}" destId="{D69E0800-3D6C-422B-9697-707EB9611E97}" srcOrd="0" destOrd="0" presId="urn:microsoft.com/office/officeart/2005/8/layout/process2"/>
    <dgm:cxn modelId="{456270B5-BC66-4C5B-8155-886B0DA92CF0}" type="presOf" srcId="{111F6E32-FC28-47F5-881C-4B9B1083D9E8}" destId="{3187BFAA-C83C-4F25-A016-A9BBD08CE988}" srcOrd="0" destOrd="0" presId="urn:microsoft.com/office/officeart/2005/8/layout/process2"/>
    <dgm:cxn modelId="{36090FC1-B1E6-42EA-A897-9FDF4A26E0DF}" type="presOf" srcId="{111F6E32-FC28-47F5-881C-4B9B1083D9E8}" destId="{EE929764-AD37-48F5-90A3-33DFEA7F1FAB}" srcOrd="1" destOrd="0" presId="urn:microsoft.com/office/officeart/2005/8/layout/process2"/>
    <dgm:cxn modelId="{54B533E5-4232-4C3C-9F30-64ABCDFB5B73}" type="presOf" srcId="{6DF1C7D7-01EA-410E-8557-B95FBE5E6E98}" destId="{5E398BDA-EFE9-46BE-80F3-92B74CFE2E27}" srcOrd="0" destOrd="0" presId="urn:microsoft.com/office/officeart/2005/8/layout/process2"/>
    <dgm:cxn modelId="{87DA8CE6-2AAC-4559-8228-6BB6BB19636B}" type="presOf" srcId="{F0C4558F-8817-4E13-B1D0-926323033D2C}" destId="{82654C82-2556-48EE-8EFE-1E11473B26D7}" srcOrd="0" destOrd="0" presId="urn:microsoft.com/office/officeart/2005/8/layout/process2"/>
    <dgm:cxn modelId="{28F8D6F3-48B8-4D9E-9835-3D67971C8B46}" type="presParOf" srcId="{82654C82-2556-48EE-8EFE-1E11473B26D7}" destId="{5E398BDA-EFE9-46BE-80F3-92B74CFE2E27}" srcOrd="0" destOrd="0" presId="urn:microsoft.com/office/officeart/2005/8/layout/process2"/>
    <dgm:cxn modelId="{8E7E212A-8DCB-431C-9A83-5621034A3501}" type="presParOf" srcId="{82654C82-2556-48EE-8EFE-1E11473B26D7}" destId="{8819048D-DE71-4EDD-B034-6700376AB694}" srcOrd="1" destOrd="0" presId="urn:microsoft.com/office/officeart/2005/8/layout/process2"/>
    <dgm:cxn modelId="{5B0C083A-29CB-4D66-8A04-D4B9BD6149E4}" type="presParOf" srcId="{8819048D-DE71-4EDD-B034-6700376AB694}" destId="{981A7F7F-F2F1-4F40-AB8A-232F7602F296}" srcOrd="0" destOrd="0" presId="urn:microsoft.com/office/officeart/2005/8/layout/process2"/>
    <dgm:cxn modelId="{EF0F671F-F97B-450C-B6F6-AEEFA016D903}" type="presParOf" srcId="{82654C82-2556-48EE-8EFE-1E11473B26D7}" destId="{D69E0800-3D6C-422B-9697-707EB9611E97}" srcOrd="2" destOrd="0" presId="urn:microsoft.com/office/officeart/2005/8/layout/process2"/>
    <dgm:cxn modelId="{DAAEB573-EAB4-4D3C-B9FF-404F5EBBBDE2}" type="presParOf" srcId="{82654C82-2556-48EE-8EFE-1E11473B26D7}" destId="{3187BFAA-C83C-4F25-A016-A9BBD08CE988}" srcOrd="3" destOrd="0" presId="urn:microsoft.com/office/officeart/2005/8/layout/process2"/>
    <dgm:cxn modelId="{386895A5-F8D7-47AC-A3D6-D64482E376AC}" type="presParOf" srcId="{3187BFAA-C83C-4F25-A016-A9BBD08CE988}" destId="{EE929764-AD37-48F5-90A3-33DFEA7F1FAB}" srcOrd="0" destOrd="0" presId="urn:microsoft.com/office/officeart/2005/8/layout/process2"/>
    <dgm:cxn modelId="{5B949AE4-7B61-4A0D-B207-679ED2F4B78B}" type="presParOf" srcId="{82654C82-2556-48EE-8EFE-1E11473B26D7}" destId="{2FF4A031-57BD-4F40-BADD-3D284791F590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51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75101107-7218-4B43-9AED-87EC6F986979}" type="doc">
      <dgm:prSet loTypeId="urn:microsoft.com/office/officeart/2005/8/layout/hList3" loCatId="list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n-US"/>
        </a:p>
      </dgm:t>
    </dgm:pt>
    <dgm:pt modelId="{065FF994-9A82-4240-AD6F-EA9F94EF0B91}">
      <dgm:prSet phldrT="[Text]" phldr="0"/>
      <dgm:spPr/>
      <dgm:t>
        <a:bodyPr/>
        <a:lstStyle/>
        <a:p>
          <a:pPr rtl="0"/>
          <a:r>
            <a:rPr lang="en-US">
              <a:latin typeface="Calibri" panose="020F0502020204030204"/>
            </a:rPr>
            <a:t>E-Commerce</a:t>
          </a:r>
          <a:endParaRPr lang="en-US"/>
        </a:p>
      </dgm:t>
    </dgm:pt>
    <dgm:pt modelId="{8B97A1E7-25CF-4334-A369-ED3779253998}" type="parTrans" cxnId="{353E1E53-4169-4FA6-AC06-80704D96E3C2}">
      <dgm:prSet/>
      <dgm:spPr/>
      <dgm:t>
        <a:bodyPr/>
        <a:lstStyle/>
        <a:p>
          <a:endParaRPr lang="en-US"/>
        </a:p>
      </dgm:t>
    </dgm:pt>
    <dgm:pt modelId="{A30D79BA-97CC-468D-B027-DE263ED1E22F}" type="sibTrans" cxnId="{353E1E53-4169-4FA6-AC06-80704D96E3C2}">
      <dgm:prSet/>
      <dgm:spPr/>
      <dgm:t>
        <a:bodyPr/>
        <a:lstStyle/>
        <a:p>
          <a:endParaRPr lang="en-US"/>
        </a:p>
      </dgm:t>
    </dgm:pt>
    <dgm:pt modelId="{8B485668-F232-4500-9057-D7FD3A8A7E02}">
      <dgm:prSet phldrT="[Text]" phldr="0"/>
      <dgm:spPr/>
      <dgm:t>
        <a:bodyPr/>
        <a:lstStyle/>
        <a:p>
          <a:pPr rtl="0"/>
          <a:r>
            <a:rPr lang="en-US">
              <a:latin typeface="Calibri" panose="020F0502020204030204"/>
            </a:rPr>
            <a:t>User service</a:t>
          </a:r>
          <a:endParaRPr lang="en-US"/>
        </a:p>
      </dgm:t>
    </dgm:pt>
    <dgm:pt modelId="{EBBB4D79-ABA9-433B-877E-5799F1739A6A}" type="parTrans" cxnId="{B80A0688-6E2B-41A0-A139-42ED43A906B5}">
      <dgm:prSet/>
      <dgm:spPr/>
      <dgm:t>
        <a:bodyPr/>
        <a:lstStyle/>
        <a:p>
          <a:endParaRPr lang="en-US"/>
        </a:p>
      </dgm:t>
    </dgm:pt>
    <dgm:pt modelId="{579BC517-5772-4D85-9264-043FB0CB3DF5}" type="sibTrans" cxnId="{B80A0688-6E2B-41A0-A139-42ED43A906B5}">
      <dgm:prSet/>
      <dgm:spPr/>
      <dgm:t>
        <a:bodyPr/>
        <a:lstStyle/>
        <a:p>
          <a:endParaRPr lang="en-US"/>
        </a:p>
      </dgm:t>
    </dgm:pt>
    <dgm:pt modelId="{E504823A-EC6E-4E90-9B4E-F6E7227BD4A7}">
      <dgm:prSet phldrT="[Text]" phldr="0"/>
      <dgm:spPr/>
      <dgm:t>
        <a:bodyPr/>
        <a:lstStyle/>
        <a:p>
          <a:pPr rtl="0"/>
          <a:r>
            <a:rPr lang="en-US">
              <a:latin typeface="Calibri" panose="020F0502020204030204"/>
            </a:rPr>
            <a:t>Product </a:t>
          </a:r>
          <a:r>
            <a:rPr lang="en-US" sz="1100">
              <a:latin typeface="Calibri" panose="020F0502020204030204"/>
            </a:rPr>
            <a:t>service</a:t>
          </a:r>
          <a:endParaRPr lang="en-US" sz="1100"/>
        </a:p>
      </dgm:t>
    </dgm:pt>
    <dgm:pt modelId="{95F5AC49-ED6B-4E89-B613-8C8719C50D16}" type="parTrans" cxnId="{CF55EA14-C9F7-478E-9145-0CF48995FBE5}">
      <dgm:prSet/>
      <dgm:spPr/>
      <dgm:t>
        <a:bodyPr/>
        <a:lstStyle/>
        <a:p>
          <a:endParaRPr lang="en-US"/>
        </a:p>
      </dgm:t>
    </dgm:pt>
    <dgm:pt modelId="{4A920C95-AB96-4302-B75A-C5DAC8731F4C}" type="sibTrans" cxnId="{CF55EA14-C9F7-478E-9145-0CF48995FBE5}">
      <dgm:prSet/>
      <dgm:spPr/>
      <dgm:t>
        <a:bodyPr/>
        <a:lstStyle/>
        <a:p>
          <a:endParaRPr lang="en-US"/>
        </a:p>
      </dgm:t>
    </dgm:pt>
    <dgm:pt modelId="{9C46368D-778D-4CE3-B513-F6B39780C9B7}">
      <dgm:prSet phldrT="[Text]" phldr="0"/>
      <dgm:spPr/>
      <dgm:t>
        <a:bodyPr/>
        <a:lstStyle/>
        <a:p>
          <a:pPr rtl="0"/>
          <a:r>
            <a:rPr lang="en-US">
              <a:latin typeface="Calibri" panose="020F0502020204030204"/>
            </a:rPr>
            <a:t>Order </a:t>
          </a:r>
          <a:r>
            <a:rPr lang="en-US" sz="1100">
              <a:latin typeface="Calibri" panose="020F0502020204030204"/>
            </a:rPr>
            <a:t>service</a:t>
          </a:r>
          <a:endParaRPr lang="en-US" sz="1100"/>
        </a:p>
      </dgm:t>
    </dgm:pt>
    <dgm:pt modelId="{17CA3BCC-B13A-4DA4-B1BB-B431460EBF0C}" type="parTrans" cxnId="{D328FFE3-7061-4C2B-B85C-D2F7F8EA1411}">
      <dgm:prSet/>
      <dgm:spPr/>
      <dgm:t>
        <a:bodyPr/>
        <a:lstStyle/>
        <a:p>
          <a:endParaRPr lang="en-US"/>
        </a:p>
      </dgm:t>
    </dgm:pt>
    <dgm:pt modelId="{5317CB22-55D1-4EB7-82BB-771B6D8ED393}" type="sibTrans" cxnId="{D328FFE3-7061-4C2B-B85C-D2F7F8EA1411}">
      <dgm:prSet/>
      <dgm:spPr/>
      <dgm:t>
        <a:bodyPr/>
        <a:lstStyle/>
        <a:p>
          <a:endParaRPr lang="en-US"/>
        </a:p>
      </dgm:t>
    </dgm:pt>
    <dgm:pt modelId="{EC7C270D-C6B1-4031-BA24-44419D07CDF5}">
      <dgm:prSet phldr="0"/>
      <dgm:spPr/>
      <dgm:t>
        <a:bodyPr/>
        <a:lstStyle/>
        <a:p>
          <a:pPr rtl="0"/>
          <a:r>
            <a:rPr lang="en-US">
              <a:latin typeface="Calibri" panose="020F0502020204030204"/>
            </a:rPr>
            <a:t>Payment </a:t>
          </a:r>
          <a:r>
            <a:rPr lang="en-US" sz="1100">
              <a:latin typeface="Calibri" panose="020F0502020204030204"/>
            </a:rPr>
            <a:t>service</a:t>
          </a:r>
        </a:p>
      </dgm:t>
    </dgm:pt>
    <dgm:pt modelId="{E77A652B-95B2-4CF7-AEF3-9D6508A75FBA}" type="parTrans" cxnId="{C47C1D2D-411F-4C0E-A658-3140B266FD10}">
      <dgm:prSet/>
      <dgm:spPr/>
    </dgm:pt>
    <dgm:pt modelId="{BFF4B427-93FF-4A24-BAE9-533FDD80BD03}" type="sibTrans" cxnId="{C47C1D2D-411F-4C0E-A658-3140B266FD10}">
      <dgm:prSet/>
      <dgm:spPr/>
    </dgm:pt>
    <dgm:pt modelId="{8956B8FF-BFC5-4470-81F1-C9C86BBE8881}">
      <dgm:prSet phldr="0"/>
      <dgm:spPr/>
      <dgm:t>
        <a:bodyPr/>
        <a:lstStyle/>
        <a:p>
          <a:pPr rtl="0"/>
          <a:r>
            <a:rPr lang="en-US">
              <a:latin typeface="Calibri" panose="020F0502020204030204"/>
            </a:rPr>
            <a:t>Inventory </a:t>
          </a:r>
          <a:r>
            <a:rPr lang="en-US" sz="1100">
              <a:latin typeface="Calibri" panose="020F0502020204030204"/>
            </a:rPr>
            <a:t>service</a:t>
          </a:r>
        </a:p>
      </dgm:t>
    </dgm:pt>
    <dgm:pt modelId="{1CEBFB28-3611-4AE0-AB01-8258A2027D04}" type="parTrans" cxnId="{D04C7482-06FD-462D-8952-97A996F27428}">
      <dgm:prSet/>
      <dgm:spPr/>
    </dgm:pt>
    <dgm:pt modelId="{76E289BB-C0F0-47EF-AA00-39A33C3CF16F}" type="sibTrans" cxnId="{D04C7482-06FD-462D-8952-97A996F27428}">
      <dgm:prSet/>
      <dgm:spPr/>
    </dgm:pt>
    <dgm:pt modelId="{0C3212B7-52D4-47FF-BB7A-B2F5046FA5ED}">
      <dgm:prSet phldr="0"/>
      <dgm:spPr/>
      <dgm:t>
        <a:bodyPr/>
        <a:lstStyle/>
        <a:p>
          <a:pPr rtl="0"/>
          <a:r>
            <a:rPr lang="en-US">
              <a:latin typeface="Calibri" panose="020F0502020204030204"/>
            </a:rPr>
            <a:t>Shipping </a:t>
          </a:r>
          <a:r>
            <a:rPr lang="en-US" sz="1100">
              <a:latin typeface="Calibri" panose="020F0502020204030204"/>
            </a:rPr>
            <a:t>service </a:t>
          </a:r>
        </a:p>
      </dgm:t>
    </dgm:pt>
    <dgm:pt modelId="{C265DA5F-5F8F-4991-BE9D-3207276CAF2F}" type="parTrans" cxnId="{97A1F9E0-4EB5-4ACA-AB0B-92A0D8ED2B71}">
      <dgm:prSet/>
      <dgm:spPr/>
    </dgm:pt>
    <dgm:pt modelId="{05EB67FE-16D2-4E67-ACB5-5A0A35F3FD75}" type="sibTrans" cxnId="{97A1F9E0-4EB5-4ACA-AB0B-92A0D8ED2B71}">
      <dgm:prSet/>
      <dgm:spPr/>
    </dgm:pt>
    <dgm:pt modelId="{5CF72CD8-0C6F-48B1-AD87-9613F7DA949C}" type="pres">
      <dgm:prSet presAssocID="{75101107-7218-4B43-9AED-87EC6F986979}" presName="composite" presStyleCnt="0">
        <dgm:presLayoutVars>
          <dgm:chMax val="1"/>
          <dgm:dir/>
          <dgm:resizeHandles val="exact"/>
        </dgm:presLayoutVars>
      </dgm:prSet>
      <dgm:spPr/>
    </dgm:pt>
    <dgm:pt modelId="{5A1E981F-364C-4FB6-9923-745B25D1D8E7}" type="pres">
      <dgm:prSet presAssocID="{065FF994-9A82-4240-AD6F-EA9F94EF0B91}" presName="roof" presStyleLbl="dkBgShp" presStyleIdx="0" presStyleCnt="2"/>
      <dgm:spPr/>
    </dgm:pt>
    <dgm:pt modelId="{0A60D174-4DB2-440C-9726-664FBB9EBC9E}" type="pres">
      <dgm:prSet presAssocID="{065FF994-9A82-4240-AD6F-EA9F94EF0B91}" presName="pillars" presStyleCnt="0"/>
      <dgm:spPr/>
    </dgm:pt>
    <dgm:pt modelId="{312FB0FE-DC0D-42D9-9534-6300B3CCDAFE}" type="pres">
      <dgm:prSet presAssocID="{065FF994-9A82-4240-AD6F-EA9F94EF0B91}" presName="pillar1" presStyleLbl="node1" presStyleIdx="0" presStyleCnt="6">
        <dgm:presLayoutVars>
          <dgm:bulletEnabled val="1"/>
        </dgm:presLayoutVars>
      </dgm:prSet>
      <dgm:spPr/>
    </dgm:pt>
    <dgm:pt modelId="{F395F720-AA3D-445E-8496-51734D939022}" type="pres">
      <dgm:prSet presAssocID="{E504823A-EC6E-4E90-9B4E-F6E7227BD4A7}" presName="pillarX" presStyleLbl="node1" presStyleIdx="1" presStyleCnt="6">
        <dgm:presLayoutVars>
          <dgm:bulletEnabled val="1"/>
        </dgm:presLayoutVars>
      </dgm:prSet>
      <dgm:spPr/>
    </dgm:pt>
    <dgm:pt modelId="{9B9FED11-2C79-4B1D-9A75-41842CCDEE2C}" type="pres">
      <dgm:prSet presAssocID="{9C46368D-778D-4CE3-B513-F6B39780C9B7}" presName="pillarX" presStyleLbl="node1" presStyleIdx="2" presStyleCnt="6">
        <dgm:presLayoutVars>
          <dgm:bulletEnabled val="1"/>
        </dgm:presLayoutVars>
      </dgm:prSet>
      <dgm:spPr/>
    </dgm:pt>
    <dgm:pt modelId="{C9BE13FF-7C27-4487-BD20-BC32C97204B0}" type="pres">
      <dgm:prSet presAssocID="{EC7C270D-C6B1-4031-BA24-44419D07CDF5}" presName="pillarX" presStyleLbl="node1" presStyleIdx="3" presStyleCnt="6">
        <dgm:presLayoutVars>
          <dgm:bulletEnabled val="1"/>
        </dgm:presLayoutVars>
      </dgm:prSet>
      <dgm:spPr/>
    </dgm:pt>
    <dgm:pt modelId="{C9051FDE-0A02-4923-957A-25A850F393AA}" type="pres">
      <dgm:prSet presAssocID="{8956B8FF-BFC5-4470-81F1-C9C86BBE8881}" presName="pillarX" presStyleLbl="node1" presStyleIdx="4" presStyleCnt="6">
        <dgm:presLayoutVars>
          <dgm:bulletEnabled val="1"/>
        </dgm:presLayoutVars>
      </dgm:prSet>
      <dgm:spPr/>
    </dgm:pt>
    <dgm:pt modelId="{ABB9F1A5-604B-4137-AA96-430466BADA56}" type="pres">
      <dgm:prSet presAssocID="{0C3212B7-52D4-47FF-BB7A-B2F5046FA5ED}" presName="pillarX" presStyleLbl="node1" presStyleIdx="5" presStyleCnt="6">
        <dgm:presLayoutVars>
          <dgm:bulletEnabled val="1"/>
        </dgm:presLayoutVars>
      </dgm:prSet>
      <dgm:spPr/>
    </dgm:pt>
    <dgm:pt modelId="{DEAA8112-C99F-466D-8856-E09E39CF2A59}" type="pres">
      <dgm:prSet presAssocID="{065FF994-9A82-4240-AD6F-EA9F94EF0B91}" presName="base" presStyleLbl="dkBgShp" presStyleIdx="1" presStyleCnt="2"/>
      <dgm:spPr/>
    </dgm:pt>
  </dgm:ptLst>
  <dgm:cxnLst>
    <dgm:cxn modelId="{CF55EA14-C9F7-478E-9145-0CF48995FBE5}" srcId="{065FF994-9A82-4240-AD6F-EA9F94EF0B91}" destId="{E504823A-EC6E-4E90-9B4E-F6E7227BD4A7}" srcOrd="1" destOrd="0" parTransId="{95F5AC49-ED6B-4E89-B613-8C8719C50D16}" sibTransId="{4A920C95-AB96-4302-B75A-C5DAC8731F4C}"/>
    <dgm:cxn modelId="{9309ED26-B98F-4E05-96EE-8832A5D94C8A}" type="presOf" srcId="{065FF994-9A82-4240-AD6F-EA9F94EF0B91}" destId="{5A1E981F-364C-4FB6-9923-745B25D1D8E7}" srcOrd="0" destOrd="0" presId="urn:microsoft.com/office/officeart/2005/8/layout/hList3"/>
    <dgm:cxn modelId="{C47C1D2D-411F-4C0E-A658-3140B266FD10}" srcId="{065FF994-9A82-4240-AD6F-EA9F94EF0B91}" destId="{EC7C270D-C6B1-4031-BA24-44419D07CDF5}" srcOrd="3" destOrd="0" parTransId="{E77A652B-95B2-4CF7-AEF3-9D6508A75FBA}" sibTransId="{BFF4B427-93FF-4A24-BAE9-533FDD80BD03}"/>
    <dgm:cxn modelId="{00C4A934-6DE7-487A-B647-633EB8015CA5}" type="presOf" srcId="{75101107-7218-4B43-9AED-87EC6F986979}" destId="{5CF72CD8-0C6F-48B1-AD87-9613F7DA949C}" srcOrd="0" destOrd="0" presId="urn:microsoft.com/office/officeart/2005/8/layout/hList3"/>
    <dgm:cxn modelId="{1B9C1A66-56D8-4170-A53B-5C54DCF8015B}" type="presOf" srcId="{8956B8FF-BFC5-4470-81F1-C9C86BBE8881}" destId="{C9051FDE-0A02-4923-957A-25A850F393AA}" srcOrd="0" destOrd="0" presId="urn:microsoft.com/office/officeart/2005/8/layout/hList3"/>
    <dgm:cxn modelId="{353E1E53-4169-4FA6-AC06-80704D96E3C2}" srcId="{75101107-7218-4B43-9AED-87EC6F986979}" destId="{065FF994-9A82-4240-AD6F-EA9F94EF0B91}" srcOrd="0" destOrd="0" parTransId="{8B97A1E7-25CF-4334-A369-ED3779253998}" sibTransId="{A30D79BA-97CC-468D-B027-DE263ED1E22F}"/>
    <dgm:cxn modelId="{D04C7482-06FD-462D-8952-97A996F27428}" srcId="{065FF994-9A82-4240-AD6F-EA9F94EF0B91}" destId="{8956B8FF-BFC5-4470-81F1-C9C86BBE8881}" srcOrd="4" destOrd="0" parTransId="{1CEBFB28-3611-4AE0-AB01-8258A2027D04}" sibTransId="{76E289BB-C0F0-47EF-AA00-39A33C3CF16F}"/>
    <dgm:cxn modelId="{B80A0688-6E2B-41A0-A139-42ED43A906B5}" srcId="{065FF994-9A82-4240-AD6F-EA9F94EF0B91}" destId="{8B485668-F232-4500-9057-D7FD3A8A7E02}" srcOrd="0" destOrd="0" parTransId="{EBBB4D79-ABA9-433B-877E-5799F1739A6A}" sibTransId="{579BC517-5772-4D85-9264-043FB0CB3DF5}"/>
    <dgm:cxn modelId="{01E4B9A6-3210-4877-89D0-C5209FEAE82A}" type="presOf" srcId="{8B485668-F232-4500-9057-D7FD3A8A7E02}" destId="{312FB0FE-DC0D-42D9-9534-6300B3CCDAFE}" srcOrd="0" destOrd="0" presId="urn:microsoft.com/office/officeart/2005/8/layout/hList3"/>
    <dgm:cxn modelId="{C19D67AD-3A3D-40D0-835D-6B37F8D8B960}" type="presOf" srcId="{0C3212B7-52D4-47FF-BB7A-B2F5046FA5ED}" destId="{ABB9F1A5-604B-4137-AA96-430466BADA56}" srcOrd="0" destOrd="0" presId="urn:microsoft.com/office/officeart/2005/8/layout/hList3"/>
    <dgm:cxn modelId="{EA3745CE-E548-4398-B2D5-D09AECCFEF13}" type="presOf" srcId="{E504823A-EC6E-4E90-9B4E-F6E7227BD4A7}" destId="{F395F720-AA3D-445E-8496-51734D939022}" srcOrd="0" destOrd="0" presId="urn:microsoft.com/office/officeart/2005/8/layout/hList3"/>
    <dgm:cxn modelId="{97A1F9E0-4EB5-4ACA-AB0B-92A0D8ED2B71}" srcId="{065FF994-9A82-4240-AD6F-EA9F94EF0B91}" destId="{0C3212B7-52D4-47FF-BB7A-B2F5046FA5ED}" srcOrd="5" destOrd="0" parTransId="{C265DA5F-5F8F-4991-BE9D-3207276CAF2F}" sibTransId="{05EB67FE-16D2-4E67-ACB5-5A0A35F3FD75}"/>
    <dgm:cxn modelId="{D328FFE3-7061-4C2B-B85C-D2F7F8EA1411}" srcId="{065FF994-9A82-4240-AD6F-EA9F94EF0B91}" destId="{9C46368D-778D-4CE3-B513-F6B39780C9B7}" srcOrd="2" destOrd="0" parTransId="{17CA3BCC-B13A-4DA4-B1BB-B431460EBF0C}" sibTransId="{5317CB22-55D1-4EB7-82BB-771B6D8ED393}"/>
    <dgm:cxn modelId="{6E5F26EA-2482-4C10-8843-A2F914C9681B}" type="presOf" srcId="{EC7C270D-C6B1-4031-BA24-44419D07CDF5}" destId="{C9BE13FF-7C27-4487-BD20-BC32C97204B0}" srcOrd="0" destOrd="0" presId="urn:microsoft.com/office/officeart/2005/8/layout/hList3"/>
    <dgm:cxn modelId="{165D04F5-DBB9-482F-B844-7722000FDFAB}" type="presOf" srcId="{9C46368D-778D-4CE3-B513-F6B39780C9B7}" destId="{9B9FED11-2C79-4B1D-9A75-41842CCDEE2C}" srcOrd="0" destOrd="0" presId="urn:microsoft.com/office/officeart/2005/8/layout/hList3"/>
    <dgm:cxn modelId="{57D266C3-396B-405A-BB6F-5C6E063D2DF3}" type="presParOf" srcId="{5CF72CD8-0C6F-48B1-AD87-9613F7DA949C}" destId="{5A1E981F-364C-4FB6-9923-745B25D1D8E7}" srcOrd="0" destOrd="0" presId="urn:microsoft.com/office/officeart/2005/8/layout/hList3"/>
    <dgm:cxn modelId="{1CC5A475-6686-4C1C-A1DF-9E95F9549CE4}" type="presParOf" srcId="{5CF72CD8-0C6F-48B1-AD87-9613F7DA949C}" destId="{0A60D174-4DB2-440C-9726-664FBB9EBC9E}" srcOrd="1" destOrd="0" presId="urn:microsoft.com/office/officeart/2005/8/layout/hList3"/>
    <dgm:cxn modelId="{CABF3F68-6018-4019-8149-D97FC06B1D00}" type="presParOf" srcId="{0A60D174-4DB2-440C-9726-664FBB9EBC9E}" destId="{312FB0FE-DC0D-42D9-9534-6300B3CCDAFE}" srcOrd="0" destOrd="0" presId="urn:microsoft.com/office/officeart/2005/8/layout/hList3"/>
    <dgm:cxn modelId="{2435C2C0-74E5-4E2D-97C4-7892B4A21333}" type="presParOf" srcId="{0A60D174-4DB2-440C-9726-664FBB9EBC9E}" destId="{F395F720-AA3D-445E-8496-51734D939022}" srcOrd="1" destOrd="0" presId="urn:microsoft.com/office/officeart/2005/8/layout/hList3"/>
    <dgm:cxn modelId="{FA64B59C-B45E-463B-B51A-A77639739EBF}" type="presParOf" srcId="{0A60D174-4DB2-440C-9726-664FBB9EBC9E}" destId="{9B9FED11-2C79-4B1D-9A75-41842CCDEE2C}" srcOrd="2" destOrd="0" presId="urn:microsoft.com/office/officeart/2005/8/layout/hList3"/>
    <dgm:cxn modelId="{796BA8EB-2B42-4E66-8F47-F7529EC49126}" type="presParOf" srcId="{0A60D174-4DB2-440C-9726-664FBB9EBC9E}" destId="{C9BE13FF-7C27-4487-BD20-BC32C97204B0}" srcOrd="3" destOrd="0" presId="urn:microsoft.com/office/officeart/2005/8/layout/hList3"/>
    <dgm:cxn modelId="{8C4901FA-5E4F-4E69-9640-119B638419AB}" type="presParOf" srcId="{0A60D174-4DB2-440C-9726-664FBB9EBC9E}" destId="{C9051FDE-0A02-4923-957A-25A850F393AA}" srcOrd="4" destOrd="0" presId="urn:microsoft.com/office/officeart/2005/8/layout/hList3"/>
    <dgm:cxn modelId="{982D982F-53FC-4852-B005-3D671E030FD7}" type="presParOf" srcId="{0A60D174-4DB2-440C-9726-664FBB9EBC9E}" destId="{ABB9F1A5-604B-4137-AA96-430466BADA56}" srcOrd="5" destOrd="0" presId="urn:microsoft.com/office/officeart/2005/8/layout/hList3"/>
    <dgm:cxn modelId="{44376ACC-0FA9-4C7B-8C3B-E363D731163C}" type="presParOf" srcId="{5CF72CD8-0C6F-48B1-AD87-9613F7DA949C}" destId="{DEAA8112-C99F-466D-8856-E09E39CF2A59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CCE67D-D62E-4E6D-931F-B3967743DB6B}">
      <dsp:nvSpPr>
        <dsp:cNvPr id="0" name=""/>
        <dsp:cNvSpPr/>
      </dsp:nvSpPr>
      <dsp:spPr>
        <a:xfrm>
          <a:off x="2068" y="0"/>
          <a:ext cx="2030148" cy="475798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Calibri" panose="020F0502020204030204"/>
            </a:rPr>
            <a:t>IMPROVED SCALABILITY</a:t>
          </a:r>
          <a:endParaRPr lang="en-US" sz="1600" kern="1200"/>
        </a:p>
      </dsp:txBody>
      <dsp:txXfrm>
        <a:off x="2068" y="0"/>
        <a:ext cx="2030148" cy="1427395"/>
      </dsp:txXfrm>
    </dsp:sp>
    <dsp:sp modelId="{640B1F4D-D145-4585-9DAE-C53766415407}">
      <dsp:nvSpPr>
        <dsp:cNvPr id="0" name=""/>
        <dsp:cNvSpPr/>
      </dsp:nvSpPr>
      <dsp:spPr>
        <a:xfrm>
          <a:off x="205083" y="1428789"/>
          <a:ext cx="1624118" cy="14345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Calibri" panose="020F0502020204030204"/>
            </a:rPr>
            <a:t>Entire</a:t>
          </a:r>
          <a:r>
            <a:rPr lang="en-US" sz="1400" kern="1200"/>
            <a:t> application must scale together</a:t>
          </a:r>
        </a:p>
      </dsp:txBody>
      <dsp:txXfrm>
        <a:off x="247101" y="1470807"/>
        <a:ext cx="1540082" cy="1350561"/>
      </dsp:txXfrm>
    </dsp:sp>
    <dsp:sp modelId="{DB8AB8FC-C49F-47D4-97A1-7BBCD5997F43}">
      <dsp:nvSpPr>
        <dsp:cNvPr id="0" name=""/>
        <dsp:cNvSpPr/>
      </dsp:nvSpPr>
      <dsp:spPr>
        <a:xfrm>
          <a:off x="205083" y="3084094"/>
          <a:ext cx="1624118" cy="14345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Scale individual components independently</a:t>
          </a:r>
        </a:p>
      </dsp:txBody>
      <dsp:txXfrm>
        <a:off x="247101" y="3126112"/>
        <a:ext cx="1540082" cy="1350561"/>
      </dsp:txXfrm>
    </dsp:sp>
    <dsp:sp modelId="{5AF42F6F-9AB0-429A-9871-0440A85CBCFA}">
      <dsp:nvSpPr>
        <dsp:cNvPr id="0" name=""/>
        <dsp:cNvSpPr/>
      </dsp:nvSpPr>
      <dsp:spPr>
        <a:xfrm>
          <a:off x="2184478" y="0"/>
          <a:ext cx="2030148" cy="475798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Calibri" panose="020F0502020204030204"/>
            </a:rPr>
            <a:t>FASTER DEPLOYMENT</a:t>
          </a:r>
          <a:endParaRPr lang="en-US" sz="1600" kern="1200"/>
        </a:p>
      </dsp:txBody>
      <dsp:txXfrm>
        <a:off x="2184478" y="0"/>
        <a:ext cx="2030148" cy="1427395"/>
      </dsp:txXfrm>
    </dsp:sp>
    <dsp:sp modelId="{30BF73F8-4492-49B6-9C61-973BDD660079}">
      <dsp:nvSpPr>
        <dsp:cNvPr id="0" name=""/>
        <dsp:cNvSpPr/>
      </dsp:nvSpPr>
      <dsp:spPr>
        <a:xfrm>
          <a:off x="2387493" y="1428789"/>
          <a:ext cx="1624118" cy="14345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Any small change requires full redeployment</a:t>
          </a:r>
        </a:p>
      </dsp:txBody>
      <dsp:txXfrm>
        <a:off x="2429511" y="1470807"/>
        <a:ext cx="1540082" cy="1350561"/>
      </dsp:txXfrm>
    </dsp:sp>
    <dsp:sp modelId="{55237069-42A4-41FF-94E6-C38DD29C83F7}">
      <dsp:nvSpPr>
        <dsp:cNvPr id="0" name=""/>
        <dsp:cNvSpPr/>
      </dsp:nvSpPr>
      <dsp:spPr>
        <a:xfrm>
          <a:off x="2387493" y="3084094"/>
          <a:ext cx="1624118" cy="14345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Deploy services independently with minimal downtime</a:t>
          </a:r>
        </a:p>
      </dsp:txBody>
      <dsp:txXfrm>
        <a:off x="2429511" y="3126112"/>
        <a:ext cx="1540082" cy="1350561"/>
      </dsp:txXfrm>
    </dsp:sp>
    <dsp:sp modelId="{24421B7C-0D80-41C4-89DC-870A3C072E41}">
      <dsp:nvSpPr>
        <dsp:cNvPr id="0" name=""/>
        <dsp:cNvSpPr/>
      </dsp:nvSpPr>
      <dsp:spPr>
        <a:xfrm>
          <a:off x="4366888" y="0"/>
          <a:ext cx="2030148" cy="475798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Calibri" panose="020F0502020204030204"/>
            </a:rPr>
            <a:t>FAULT ISOLATION</a:t>
          </a:r>
          <a:endParaRPr lang="en-US" sz="1600" kern="1200"/>
        </a:p>
      </dsp:txBody>
      <dsp:txXfrm>
        <a:off x="4366888" y="0"/>
        <a:ext cx="2030148" cy="1427395"/>
      </dsp:txXfrm>
    </dsp:sp>
    <dsp:sp modelId="{DBF443D2-440B-45E9-95E9-C5A75BAA73E1}">
      <dsp:nvSpPr>
        <dsp:cNvPr id="0" name=""/>
        <dsp:cNvSpPr/>
      </dsp:nvSpPr>
      <dsp:spPr>
        <a:xfrm>
          <a:off x="4569903" y="1428789"/>
          <a:ext cx="1624118" cy="14345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 failure in one module can crash the whole </a:t>
          </a:r>
          <a:r>
            <a:rPr lang="en-US" sz="1400" kern="1200">
              <a:latin typeface="Calibri" panose="020F0502020204030204"/>
            </a:rPr>
            <a:t>app</a:t>
          </a:r>
        </a:p>
      </dsp:txBody>
      <dsp:txXfrm>
        <a:off x="4611921" y="1470807"/>
        <a:ext cx="1540082" cy="1350561"/>
      </dsp:txXfrm>
    </dsp:sp>
    <dsp:sp modelId="{19897795-881C-4604-9C82-E29B861274D2}">
      <dsp:nvSpPr>
        <dsp:cNvPr id="0" name=""/>
        <dsp:cNvSpPr/>
      </dsp:nvSpPr>
      <dsp:spPr>
        <a:xfrm>
          <a:off x="4569903" y="3084094"/>
          <a:ext cx="1624118" cy="14345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Calibri" panose="020F0502020204030204"/>
            </a:rPr>
            <a:t>Failure</a:t>
          </a:r>
          <a:r>
            <a:rPr lang="en-US" sz="1400" kern="1200"/>
            <a:t> is contained within the specific service</a:t>
          </a:r>
        </a:p>
      </dsp:txBody>
      <dsp:txXfrm>
        <a:off x="4611921" y="3126112"/>
        <a:ext cx="1540082" cy="1350561"/>
      </dsp:txXfrm>
    </dsp:sp>
    <dsp:sp modelId="{3BD5FE77-1BC0-4D4E-9460-F93E2C2713EF}">
      <dsp:nvSpPr>
        <dsp:cNvPr id="0" name=""/>
        <dsp:cNvSpPr/>
      </dsp:nvSpPr>
      <dsp:spPr>
        <a:xfrm>
          <a:off x="6549298" y="0"/>
          <a:ext cx="2030148" cy="475798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Calibri" panose="020F0502020204030204"/>
            </a:rPr>
            <a:t>EASIER MAINTANABILITY</a:t>
          </a:r>
        </a:p>
      </dsp:txBody>
      <dsp:txXfrm>
        <a:off x="6549298" y="0"/>
        <a:ext cx="2030148" cy="1427395"/>
      </dsp:txXfrm>
    </dsp:sp>
    <dsp:sp modelId="{65940104-004C-4C9D-A8ED-75633B8FC845}">
      <dsp:nvSpPr>
        <dsp:cNvPr id="0" name=""/>
        <dsp:cNvSpPr/>
      </dsp:nvSpPr>
      <dsp:spPr>
        <a:xfrm>
          <a:off x="6752313" y="1428789"/>
          <a:ext cx="1624118" cy="14345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Codebase becomes large and tightly coupled over time</a:t>
          </a:r>
          <a:endParaRPr lang="en-US" sz="1400" kern="1200">
            <a:latin typeface="Calibri" panose="020F0502020204030204"/>
          </a:endParaRPr>
        </a:p>
      </dsp:txBody>
      <dsp:txXfrm>
        <a:off x="6794331" y="1470807"/>
        <a:ext cx="1540082" cy="1350561"/>
      </dsp:txXfrm>
    </dsp:sp>
    <dsp:sp modelId="{6913FFE1-7E1B-49CC-9A9D-F8F0B32B4F17}">
      <dsp:nvSpPr>
        <dsp:cNvPr id="0" name=""/>
        <dsp:cNvSpPr/>
      </dsp:nvSpPr>
      <dsp:spPr>
        <a:xfrm>
          <a:off x="6752313" y="3084094"/>
          <a:ext cx="1624118" cy="14345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Modular structure allows easier updates and debugging</a:t>
          </a:r>
          <a:endParaRPr lang="en-US" sz="1400" kern="1200">
            <a:latin typeface="Calibri" panose="020F0502020204030204"/>
          </a:endParaRPr>
        </a:p>
      </dsp:txBody>
      <dsp:txXfrm>
        <a:off x="6794331" y="3126112"/>
        <a:ext cx="1540082" cy="135056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398BDA-EFE9-46BE-80F3-92B74CFE2E27}">
      <dsp:nvSpPr>
        <dsp:cNvPr id="0" name=""/>
        <dsp:cNvSpPr/>
      </dsp:nvSpPr>
      <dsp:spPr>
        <a:xfrm>
          <a:off x="1246141" y="0"/>
          <a:ext cx="631916" cy="3510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Calibri" panose="020F0502020204030204"/>
            </a:rPr>
            <a:t>Ser-1</a:t>
          </a:r>
          <a:endParaRPr lang="en-US" sz="1500" kern="1200"/>
        </a:p>
      </dsp:txBody>
      <dsp:txXfrm>
        <a:off x="1256423" y="10282"/>
        <a:ext cx="611352" cy="330500"/>
      </dsp:txXfrm>
    </dsp:sp>
    <dsp:sp modelId="{8819048D-DE71-4EDD-B034-6700376AB694}">
      <dsp:nvSpPr>
        <dsp:cNvPr id="0" name=""/>
        <dsp:cNvSpPr/>
      </dsp:nvSpPr>
      <dsp:spPr>
        <a:xfrm rot="5400000">
          <a:off x="1496275" y="359841"/>
          <a:ext cx="131649" cy="1579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-5400000">
        <a:off x="1514707" y="373006"/>
        <a:ext cx="94787" cy="92154"/>
      </dsp:txXfrm>
    </dsp:sp>
    <dsp:sp modelId="{D69E0800-3D6C-422B-9697-707EB9611E97}">
      <dsp:nvSpPr>
        <dsp:cNvPr id="0" name=""/>
        <dsp:cNvSpPr/>
      </dsp:nvSpPr>
      <dsp:spPr>
        <a:xfrm>
          <a:off x="1246141" y="526596"/>
          <a:ext cx="631916" cy="3510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Calibri" panose="020F0502020204030204"/>
            </a:rPr>
            <a:t>Lib</a:t>
          </a:r>
          <a:endParaRPr lang="en-US" sz="1500" kern="1200"/>
        </a:p>
      </dsp:txBody>
      <dsp:txXfrm>
        <a:off x="1256423" y="536878"/>
        <a:ext cx="611352" cy="330500"/>
      </dsp:txXfrm>
    </dsp:sp>
    <dsp:sp modelId="{3187BFAA-C83C-4F25-A016-A9BBD08CE988}">
      <dsp:nvSpPr>
        <dsp:cNvPr id="0" name=""/>
        <dsp:cNvSpPr/>
      </dsp:nvSpPr>
      <dsp:spPr>
        <a:xfrm rot="5400000">
          <a:off x="1496275" y="886437"/>
          <a:ext cx="131649" cy="1579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-5400000">
        <a:off x="1514707" y="899602"/>
        <a:ext cx="94787" cy="92154"/>
      </dsp:txXfrm>
    </dsp:sp>
    <dsp:sp modelId="{2FF4A031-57BD-4F40-BADD-3D284791F590}">
      <dsp:nvSpPr>
        <dsp:cNvPr id="0" name=""/>
        <dsp:cNvSpPr/>
      </dsp:nvSpPr>
      <dsp:spPr>
        <a:xfrm>
          <a:off x="1246141" y="1053193"/>
          <a:ext cx="631916" cy="3510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Calibri" panose="020F0502020204030204"/>
            </a:rPr>
            <a:t>DB</a:t>
          </a:r>
          <a:endParaRPr lang="en-US" sz="1500" kern="1200"/>
        </a:p>
      </dsp:txBody>
      <dsp:txXfrm>
        <a:off x="1256423" y="1063475"/>
        <a:ext cx="611352" cy="3305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398BDA-EFE9-46BE-80F3-92B74CFE2E27}">
      <dsp:nvSpPr>
        <dsp:cNvPr id="0" name=""/>
        <dsp:cNvSpPr/>
      </dsp:nvSpPr>
      <dsp:spPr>
        <a:xfrm>
          <a:off x="1246141" y="0"/>
          <a:ext cx="631916" cy="3510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Calibri" panose="020F0502020204030204"/>
            </a:rPr>
            <a:t>Ser-2</a:t>
          </a:r>
          <a:endParaRPr lang="en-US" sz="1500" kern="1200"/>
        </a:p>
      </dsp:txBody>
      <dsp:txXfrm>
        <a:off x="1256423" y="10282"/>
        <a:ext cx="611352" cy="330500"/>
      </dsp:txXfrm>
    </dsp:sp>
    <dsp:sp modelId="{8819048D-DE71-4EDD-B034-6700376AB694}">
      <dsp:nvSpPr>
        <dsp:cNvPr id="0" name=""/>
        <dsp:cNvSpPr/>
      </dsp:nvSpPr>
      <dsp:spPr>
        <a:xfrm rot="5400000">
          <a:off x="1496275" y="359841"/>
          <a:ext cx="131649" cy="1579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-5400000">
        <a:off x="1514707" y="373006"/>
        <a:ext cx="94787" cy="92154"/>
      </dsp:txXfrm>
    </dsp:sp>
    <dsp:sp modelId="{D69E0800-3D6C-422B-9697-707EB9611E97}">
      <dsp:nvSpPr>
        <dsp:cNvPr id="0" name=""/>
        <dsp:cNvSpPr/>
      </dsp:nvSpPr>
      <dsp:spPr>
        <a:xfrm>
          <a:off x="1246141" y="526596"/>
          <a:ext cx="631916" cy="3510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Calibri" panose="020F0502020204030204"/>
            </a:rPr>
            <a:t>Lib</a:t>
          </a:r>
          <a:endParaRPr lang="en-US" sz="1500" kern="1200"/>
        </a:p>
      </dsp:txBody>
      <dsp:txXfrm>
        <a:off x="1256423" y="536878"/>
        <a:ext cx="611352" cy="330500"/>
      </dsp:txXfrm>
    </dsp:sp>
    <dsp:sp modelId="{3187BFAA-C83C-4F25-A016-A9BBD08CE988}">
      <dsp:nvSpPr>
        <dsp:cNvPr id="0" name=""/>
        <dsp:cNvSpPr/>
      </dsp:nvSpPr>
      <dsp:spPr>
        <a:xfrm rot="5400000">
          <a:off x="1496275" y="886437"/>
          <a:ext cx="131649" cy="1579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-5400000">
        <a:off x="1514707" y="899602"/>
        <a:ext cx="94787" cy="92154"/>
      </dsp:txXfrm>
    </dsp:sp>
    <dsp:sp modelId="{2FF4A031-57BD-4F40-BADD-3D284791F590}">
      <dsp:nvSpPr>
        <dsp:cNvPr id="0" name=""/>
        <dsp:cNvSpPr/>
      </dsp:nvSpPr>
      <dsp:spPr>
        <a:xfrm>
          <a:off x="1246141" y="1053193"/>
          <a:ext cx="631916" cy="3510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Calibri" panose="020F0502020204030204"/>
            </a:rPr>
            <a:t>DB</a:t>
          </a:r>
          <a:endParaRPr lang="en-US" sz="1500" kern="1200"/>
        </a:p>
      </dsp:txBody>
      <dsp:txXfrm>
        <a:off x="1256423" y="1063475"/>
        <a:ext cx="611352" cy="3305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398BDA-EFE9-46BE-80F3-92B74CFE2E27}">
      <dsp:nvSpPr>
        <dsp:cNvPr id="0" name=""/>
        <dsp:cNvSpPr/>
      </dsp:nvSpPr>
      <dsp:spPr>
        <a:xfrm>
          <a:off x="1246141" y="0"/>
          <a:ext cx="631916" cy="3510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Calibri" panose="020F0502020204030204"/>
            </a:rPr>
            <a:t>Ser-4</a:t>
          </a:r>
          <a:endParaRPr lang="en-US" sz="1500" kern="1200"/>
        </a:p>
      </dsp:txBody>
      <dsp:txXfrm>
        <a:off x="1256423" y="10282"/>
        <a:ext cx="611352" cy="330500"/>
      </dsp:txXfrm>
    </dsp:sp>
    <dsp:sp modelId="{8819048D-DE71-4EDD-B034-6700376AB694}">
      <dsp:nvSpPr>
        <dsp:cNvPr id="0" name=""/>
        <dsp:cNvSpPr/>
      </dsp:nvSpPr>
      <dsp:spPr>
        <a:xfrm rot="5400000">
          <a:off x="1496275" y="359841"/>
          <a:ext cx="131649" cy="1579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-5400000">
        <a:off x="1514707" y="373006"/>
        <a:ext cx="94787" cy="92154"/>
      </dsp:txXfrm>
    </dsp:sp>
    <dsp:sp modelId="{D69E0800-3D6C-422B-9697-707EB9611E97}">
      <dsp:nvSpPr>
        <dsp:cNvPr id="0" name=""/>
        <dsp:cNvSpPr/>
      </dsp:nvSpPr>
      <dsp:spPr>
        <a:xfrm>
          <a:off x="1246141" y="526596"/>
          <a:ext cx="631916" cy="3510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Calibri" panose="020F0502020204030204"/>
            </a:rPr>
            <a:t>Lib</a:t>
          </a:r>
          <a:endParaRPr lang="en-US" sz="1500" kern="1200"/>
        </a:p>
      </dsp:txBody>
      <dsp:txXfrm>
        <a:off x="1256423" y="536878"/>
        <a:ext cx="611352" cy="330500"/>
      </dsp:txXfrm>
    </dsp:sp>
    <dsp:sp modelId="{3187BFAA-C83C-4F25-A016-A9BBD08CE988}">
      <dsp:nvSpPr>
        <dsp:cNvPr id="0" name=""/>
        <dsp:cNvSpPr/>
      </dsp:nvSpPr>
      <dsp:spPr>
        <a:xfrm rot="5400000">
          <a:off x="1496275" y="886437"/>
          <a:ext cx="131649" cy="1579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-5400000">
        <a:off x="1514707" y="899602"/>
        <a:ext cx="94787" cy="92154"/>
      </dsp:txXfrm>
    </dsp:sp>
    <dsp:sp modelId="{2FF4A031-57BD-4F40-BADD-3D284791F590}">
      <dsp:nvSpPr>
        <dsp:cNvPr id="0" name=""/>
        <dsp:cNvSpPr/>
      </dsp:nvSpPr>
      <dsp:spPr>
        <a:xfrm>
          <a:off x="1246141" y="1053193"/>
          <a:ext cx="631916" cy="3510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Calibri" panose="020F0502020204030204"/>
            </a:rPr>
            <a:t>DB</a:t>
          </a:r>
          <a:endParaRPr lang="en-US" sz="1500" kern="1200"/>
        </a:p>
      </dsp:txBody>
      <dsp:txXfrm>
        <a:off x="1256423" y="1063475"/>
        <a:ext cx="611352" cy="3305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398BDA-EFE9-46BE-80F3-92B74CFE2E27}">
      <dsp:nvSpPr>
        <dsp:cNvPr id="0" name=""/>
        <dsp:cNvSpPr/>
      </dsp:nvSpPr>
      <dsp:spPr>
        <a:xfrm>
          <a:off x="1246141" y="0"/>
          <a:ext cx="631916" cy="3510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Calibri" panose="020F0502020204030204"/>
            </a:rPr>
            <a:t>Ser-3</a:t>
          </a:r>
          <a:endParaRPr lang="en-US" sz="1500" kern="1200"/>
        </a:p>
      </dsp:txBody>
      <dsp:txXfrm>
        <a:off x="1256423" y="10282"/>
        <a:ext cx="611352" cy="330500"/>
      </dsp:txXfrm>
    </dsp:sp>
    <dsp:sp modelId="{8819048D-DE71-4EDD-B034-6700376AB694}">
      <dsp:nvSpPr>
        <dsp:cNvPr id="0" name=""/>
        <dsp:cNvSpPr/>
      </dsp:nvSpPr>
      <dsp:spPr>
        <a:xfrm rot="5400000">
          <a:off x="1496275" y="359841"/>
          <a:ext cx="131649" cy="1579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-5400000">
        <a:off x="1514707" y="373006"/>
        <a:ext cx="94787" cy="92154"/>
      </dsp:txXfrm>
    </dsp:sp>
    <dsp:sp modelId="{D69E0800-3D6C-422B-9697-707EB9611E97}">
      <dsp:nvSpPr>
        <dsp:cNvPr id="0" name=""/>
        <dsp:cNvSpPr/>
      </dsp:nvSpPr>
      <dsp:spPr>
        <a:xfrm>
          <a:off x="1246141" y="526596"/>
          <a:ext cx="631916" cy="3510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Calibri" panose="020F0502020204030204"/>
            </a:rPr>
            <a:t>Lib</a:t>
          </a:r>
          <a:endParaRPr lang="en-US" sz="1500" kern="1200"/>
        </a:p>
      </dsp:txBody>
      <dsp:txXfrm>
        <a:off x="1256423" y="536878"/>
        <a:ext cx="611352" cy="330500"/>
      </dsp:txXfrm>
    </dsp:sp>
    <dsp:sp modelId="{3187BFAA-C83C-4F25-A016-A9BBD08CE988}">
      <dsp:nvSpPr>
        <dsp:cNvPr id="0" name=""/>
        <dsp:cNvSpPr/>
      </dsp:nvSpPr>
      <dsp:spPr>
        <a:xfrm rot="5400000">
          <a:off x="1496275" y="886437"/>
          <a:ext cx="131649" cy="1579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-5400000">
        <a:off x="1514707" y="899602"/>
        <a:ext cx="94787" cy="92154"/>
      </dsp:txXfrm>
    </dsp:sp>
    <dsp:sp modelId="{2FF4A031-57BD-4F40-BADD-3D284791F590}">
      <dsp:nvSpPr>
        <dsp:cNvPr id="0" name=""/>
        <dsp:cNvSpPr/>
      </dsp:nvSpPr>
      <dsp:spPr>
        <a:xfrm>
          <a:off x="1246141" y="1053193"/>
          <a:ext cx="631916" cy="3510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Calibri" panose="020F0502020204030204"/>
            </a:rPr>
            <a:t>DB</a:t>
          </a:r>
          <a:endParaRPr lang="en-US" sz="1500" kern="1200"/>
        </a:p>
      </dsp:txBody>
      <dsp:txXfrm>
        <a:off x="1256423" y="1063475"/>
        <a:ext cx="611352" cy="3305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398BDA-EFE9-46BE-80F3-92B74CFE2E27}">
      <dsp:nvSpPr>
        <dsp:cNvPr id="0" name=""/>
        <dsp:cNvSpPr/>
      </dsp:nvSpPr>
      <dsp:spPr>
        <a:xfrm>
          <a:off x="1246141" y="0"/>
          <a:ext cx="631916" cy="3510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Calibri" panose="020F0502020204030204"/>
            </a:rPr>
            <a:t>Ser-2</a:t>
          </a:r>
          <a:endParaRPr lang="en-US" sz="1500" kern="1200"/>
        </a:p>
      </dsp:txBody>
      <dsp:txXfrm>
        <a:off x="1256423" y="10282"/>
        <a:ext cx="611352" cy="330500"/>
      </dsp:txXfrm>
    </dsp:sp>
    <dsp:sp modelId="{8819048D-DE71-4EDD-B034-6700376AB694}">
      <dsp:nvSpPr>
        <dsp:cNvPr id="0" name=""/>
        <dsp:cNvSpPr/>
      </dsp:nvSpPr>
      <dsp:spPr>
        <a:xfrm rot="5400000">
          <a:off x="1496275" y="359841"/>
          <a:ext cx="131649" cy="1579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-5400000">
        <a:off x="1514707" y="373006"/>
        <a:ext cx="94787" cy="92154"/>
      </dsp:txXfrm>
    </dsp:sp>
    <dsp:sp modelId="{D69E0800-3D6C-422B-9697-707EB9611E97}">
      <dsp:nvSpPr>
        <dsp:cNvPr id="0" name=""/>
        <dsp:cNvSpPr/>
      </dsp:nvSpPr>
      <dsp:spPr>
        <a:xfrm>
          <a:off x="1246141" y="526596"/>
          <a:ext cx="631916" cy="3510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Calibri" panose="020F0502020204030204"/>
            </a:rPr>
            <a:t>Lib</a:t>
          </a:r>
          <a:endParaRPr lang="en-US" sz="1500" kern="1200"/>
        </a:p>
      </dsp:txBody>
      <dsp:txXfrm>
        <a:off x="1256423" y="536878"/>
        <a:ext cx="611352" cy="330500"/>
      </dsp:txXfrm>
    </dsp:sp>
    <dsp:sp modelId="{3187BFAA-C83C-4F25-A016-A9BBD08CE988}">
      <dsp:nvSpPr>
        <dsp:cNvPr id="0" name=""/>
        <dsp:cNvSpPr/>
      </dsp:nvSpPr>
      <dsp:spPr>
        <a:xfrm rot="5400000">
          <a:off x="1496275" y="886437"/>
          <a:ext cx="131649" cy="1579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-5400000">
        <a:off x="1514707" y="899602"/>
        <a:ext cx="94787" cy="92154"/>
      </dsp:txXfrm>
    </dsp:sp>
    <dsp:sp modelId="{2FF4A031-57BD-4F40-BADD-3D284791F590}">
      <dsp:nvSpPr>
        <dsp:cNvPr id="0" name=""/>
        <dsp:cNvSpPr/>
      </dsp:nvSpPr>
      <dsp:spPr>
        <a:xfrm>
          <a:off x="1246141" y="1053193"/>
          <a:ext cx="631916" cy="3510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Calibri" panose="020F0502020204030204"/>
            </a:rPr>
            <a:t>DB</a:t>
          </a:r>
          <a:endParaRPr lang="en-US" sz="1500" kern="1200"/>
        </a:p>
      </dsp:txBody>
      <dsp:txXfrm>
        <a:off x="1256423" y="1063475"/>
        <a:ext cx="611352" cy="3305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398BDA-EFE9-46BE-80F3-92B74CFE2E27}">
      <dsp:nvSpPr>
        <dsp:cNvPr id="0" name=""/>
        <dsp:cNvSpPr/>
      </dsp:nvSpPr>
      <dsp:spPr>
        <a:xfrm>
          <a:off x="1246141" y="0"/>
          <a:ext cx="631916" cy="3510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Calibri" panose="020F0502020204030204"/>
            </a:rPr>
            <a:t>Ser-3</a:t>
          </a:r>
          <a:endParaRPr lang="en-US" sz="1500" kern="1200"/>
        </a:p>
      </dsp:txBody>
      <dsp:txXfrm>
        <a:off x="1256423" y="10282"/>
        <a:ext cx="611352" cy="330500"/>
      </dsp:txXfrm>
    </dsp:sp>
    <dsp:sp modelId="{8819048D-DE71-4EDD-B034-6700376AB694}">
      <dsp:nvSpPr>
        <dsp:cNvPr id="0" name=""/>
        <dsp:cNvSpPr/>
      </dsp:nvSpPr>
      <dsp:spPr>
        <a:xfrm rot="5400000">
          <a:off x="1496275" y="359841"/>
          <a:ext cx="131649" cy="1579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-5400000">
        <a:off x="1514707" y="373006"/>
        <a:ext cx="94787" cy="92154"/>
      </dsp:txXfrm>
    </dsp:sp>
    <dsp:sp modelId="{D69E0800-3D6C-422B-9697-707EB9611E97}">
      <dsp:nvSpPr>
        <dsp:cNvPr id="0" name=""/>
        <dsp:cNvSpPr/>
      </dsp:nvSpPr>
      <dsp:spPr>
        <a:xfrm>
          <a:off x="1246141" y="526596"/>
          <a:ext cx="631916" cy="3510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Calibri" panose="020F0502020204030204"/>
            </a:rPr>
            <a:t>Lib</a:t>
          </a:r>
          <a:endParaRPr lang="en-US" sz="1500" kern="1200"/>
        </a:p>
      </dsp:txBody>
      <dsp:txXfrm>
        <a:off x="1256423" y="536878"/>
        <a:ext cx="611352" cy="330500"/>
      </dsp:txXfrm>
    </dsp:sp>
    <dsp:sp modelId="{3187BFAA-C83C-4F25-A016-A9BBD08CE988}">
      <dsp:nvSpPr>
        <dsp:cNvPr id="0" name=""/>
        <dsp:cNvSpPr/>
      </dsp:nvSpPr>
      <dsp:spPr>
        <a:xfrm rot="5400000">
          <a:off x="1496275" y="886437"/>
          <a:ext cx="131649" cy="1579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-5400000">
        <a:off x="1514707" y="899602"/>
        <a:ext cx="94787" cy="92154"/>
      </dsp:txXfrm>
    </dsp:sp>
    <dsp:sp modelId="{2FF4A031-57BD-4F40-BADD-3D284791F590}">
      <dsp:nvSpPr>
        <dsp:cNvPr id="0" name=""/>
        <dsp:cNvSpPr/>
      </dsp:nvSpPr>
      <dsp:spPr>
        <a:xfrm>
          <a:off x="1246141" y="1053193"/>
          <a:ext cx="631916" cy="3510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Calibri" panose="020F0502020204030204"/>
            </a:rPr>
            <a:t>DB</a:t>
          </a:r>
          <a:endParaRPr lang="en-US" sz="1500" kern="1200"/>
        </a:p>
      </dsp:txBody>
      <dsp:txXfrm>
        <a:off x="1256423" y="1063475"/>
        <a:ext cx="611352" cy="3305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398BDA-EFE9-46BE-80F3-92B74CFE2E27}">
      <dsp:nvSpPr>
        <dsp:cNvPr id="0" name=""/>
        <dsp:cNvSpPr/>
      </dsp:nvSpPr>
      <dsp:spPr>
        <a:xfrm>
          <a:off x="1246141" y="0"/>
          <a:ext cx="631916" cy="3510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Calibri" panose="020F0502020204030204"/>
            </a:rPr>
            <a:t>Ser-1</a:t>
          </a:r>
          <a:endParaRPr lang="en-US" sz="1500" kern="1200"/>
        </a:p>
      </dsp:txBody>
      <dsp:txXfrm>
        <a:off x="1256423" y="10282"/>
        <a:ext cx="611352" cy="330500"/>
      </dsp:txXfrm>
    </dsp:sp>
    <dsp:sp modelId="{8819048D-DE71-4EDD-B034-6700376AB694}">
      <dsp:nvSpPr>
        <dsp:cNvPr id="0" name=""/>
        <dsp:cNvSpPr/>
      </dsp:nvSpPr>
      <dsp:spPr>
        <a:xfrm rot="5400000">
          <a:off x="1496275" y="359841"/>
          <a:ext cx="131649" cy="1579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-5400000">
        <a:off x="1514707" y="373006"/>
        <a:ext cx="94787" cy="92154"/>
      </dsp:txXfrm>
    </dsp:sp>
    <dsp:sp modelId="{D69E0800-3D6C-422B-9697-707EB9611E97}">
      <dsp:nvSpPr>
        <dsp:cNvPr id="0" name=""/>
        <dsp:cNvSpPr/>
      </dsp:nvSpPr>
      <dsp:spPr>
        <a:xfrm>
          <a:off x="1246141" y="526596"/>
          <a:ext cx="631916" cy="3510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Calibri" panose="020F0502020204030204"/>
            </a:rPr>
            <a:t>Lib</a:t>
          </a:r>
          <a:endParaRPr lang="en-US" sz="1500" kern="1200"/>
        </a:p>
      </dsp:txBody>
      <dsp:txXfrm>
        <a:off x="1256423" y="536878"/>
        <a:ext cx="611352" cy="330500"/>
      </dsp:txXfrm>
    </dsp:sp>
    <dsp:sp modelId="{3187BFAA-C83C-4F25-A016-A9BBD08CE988}">
      <dsp:nvSpPr>
        <dsp:cNvPr id="0" name=""/>
        <dsp:cNvSpPr/>
      </dsp:nvSpPr>
      <dsp:spPr>
        <a:xfrm rot="5400000">
          <a:off x="1496275" y="886437"/>
          <a:ext cx="131649" cy="1579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-5400000">
        <a:off x="1514707" y="899602"/>
        <a:ext cx="94787" cy="92154"/>
      </dsp:txXfrm>
    </dsp:sp>
    <dsp:sp modelId="{2FF4A031-57BD-4F40-BADD-3D284791F590}">
      <dsp:nvSpPr>
        <dsp:cNvPr id="0" name=""/>
        <dsp:cNvSpPr/>
      </dsp:nvSpPr>
      <dsp:spPr>
        <a:xfrm>
          <a:off x="1246141" y="1053193"/>
          <a:ext cx="631916" cy="3510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Calibri" panose="020F0502020204030204"/>
            </a:rPr>
            <a:t>DB</a:t>
          </a:r>
          <a:endParaRPr lang="en-US" sz="1500" kern="1200"/>
        </a:p>
      </dsp:txBody>
      <dsp:txXfrm>
        <a:off x="1256423" y="1063475"/>
        <a:ext cx="611352" cy="3305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398BDA-EFE9-46BE-80F3-92B74CFE2E27}">
      <dsp:nvSpPr>
        <dsp:cNvPr id="0" name=""/>
        <dsp:cNvSpPr/>
      </dsp:nvSpPr>
      <dsp:spPr>
        <a:xfrm>
          <a:off x="1246141" y="0"/>
          <a:ext cx="631916" cy="3510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Calibri" panose="020F0502020204030204"/>
            </a:rPr>
            <a:t>Ser-1</a:t>
          </a:r>
          <a:endParaRPr lang="en-US" sz="1500" kern="1200"/>
        </a:p>
      </dsp:txBody>
      <dsp:txXfrm>
        <a:off x="1256423" y="10282"/>
        <a:ext cx="611352" cy="330500"/>
      </dsp:txXfrm>
    </dsp:sp>
    <dsp:sp modelId="{8819048D-DE71-4EDD-B034-6700376AB694}">
      <dsp:nvSpPr>
        <dsp:cNvPr id="0" name=""/>
        <dsp:cNvSpPr/>
      </dsp:nvSpPr>
      <dsp:spPr>
        <a:xfrm rot="5400000">
          <a:off x="1496275" y="359841"/>
          <a:ext cx="131649" cy="1579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-5400000">
        <a:off x="1514707" y="373006"/>
        <a:ext cx="94787" cy="92154"/>
      </dsp:txXfrm>
    </dsp:sp>
    <dsp:sp modelId="{D69E0800-3D6C-422B-9697-707EB9611E97}">
      <dsp:nvSpPr>
        <dsp:cNvPr id="0" name=""/>
        <dsp:cNvSpPr/>
      </dsp:nvSpPr>
      <dsp:spPr>
        <a:xfrm>
          <a:off x="1246141" y="526596"/>
          <a:ext cx="631916" cy="3510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Calibri" panose="020F0502020204030204"/>
            </a:rPr>
            <a:t>Lib</a:t>
          </a:r>
          <a:endParaRPr lang="en-US" sz="1500" kern="1200"/>
        </a:p>
      </dsp:txBody>
      <dsp:txXfrm>
        <a:off x="1256423" y="536878"/>
        <a:ext cx="611352" cy="330500"/>
      </dsp:txXfrm>
    </dsp:sp>
    <dsp:sp modelId="{3187BFAA-C83C-4F25-A016-A9BBD08CE988}">
      <dsp:nvSpPr>
        <dsp:cNvPr id="0" name=""/>
        <dsp:cNvSpPr/>
      </dsp:nvSpPr>
      <dsp:spPr>
        <a:xfrm rot="5400000">
          <a:off x="1496275" y="886437"/>
          <a:ext cx="131649" cy="1579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-5400000">
        <a:off x="1514707" y="899602"/>
        <a:ext cx="94787" cy="92154"/>
      </dsp:txXfrm>
    </dsp:sp>
    <dsp:sp modelId="{2FF4A031-57BD-4F40-BADD-3D284791F590}">
      <dsp:nvSpPr>
        <dsp:cNvPr id="0" name=""/>
        <dsp:cNvSpPr/>
      </dsp:nvSpPr>
      <dsp:spPr>
        <a:xfrm>
          <a:off x="1246141" y="1053193"/>
          <a:ext cx="631916" cy="3510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Calibri" panose="020F0502020204030204"/>
            </a:rPr>
            <a:t>DB</a:t>
          </a:r>
          <a:endParaRPr lang="en-US" sz="1500" kern="1200"/>
        </a:p>
      </dsp:txBody>
      <dsp:txXfrm>
        <a:off x="1256423" y="1063475"/>
        <a:ext cx="611352" cy="3305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398BDA-EFE9-46BE-80F3-92B74CFE2E27}">
      <dsp:nvSpPr>
        <dsp:cNvPr id="0" name=""/>
        <dsp:cNvSpPr/>
      </dsp:nvSpPr>
      <dsp:spPr>
        <a:xfrm>
          <a:off x="1246141" y="0"/>
          <a:ext cx="631916" cy="3510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Calibri" panose="020F0502020204030204"/>
            </a:rPr>
            <a:t>Ser-1</a:t>
          </a:r>
          <a:endParaRPr lang="en-US" sz="1500" kern="1200"/>
        </a:p>
      </dsp:txBody>
      <dsp:txXfrm>
        <a:off x="1256423" y="10282"/>
        <a:ext cx="611352" cy="330500"/>
      </dsp:txXfrm>
    </dsp:sp>
    <dsp:sp modelId="{8819048D-DE71-4EDD-B034-6700376AB694}">
      <dsp:nvSpPr>
        <dsp:cNvPr id="0" name=""/>
        <dsp:cNvSpPr/>
      </dsp:nvSpPr>
      <dsp:spPr>
        <a:xfrm rot="5400000">
          <a:off x="1496275" y="359841"/>
          <a:ext cx="131649" cy="1579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-5400000">
        <a:off x="1514707" y="373006"/>
        <a:ext cx="94787" cy="92154"/>
      </dsp:txXfrm>
    </dsp:sp>
    <dsp:sp modelId="{D69E0800-3D6C-422B-9697-707EB9611E97}">
      <dsp:nvSpPr>
        <dsp:cNvPr id="0" name=""/>
        <dsp:cNvSpPr/>
      </dsp:nvSpPr>
      <dsp:spPr>
        <a:xfrm>
          <a:off x="1246141" y="526596"/>
          <a:ext cx="631916" cy="3510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Calibri" panose="020F0502020204030204"/>
            </a:rPr>
            <a:t>Lib</a:t>
          </a:r>
          <a:endParaRPr lang="en-US" sz="1500" kern="1200"/>
        </a:p>
      </dsp:txBody>
      <dsp:txXfrm>
        <a:off x="1256423" y="536878"/>
        <a:ext cx="611352" cy="330500"/>
      </dsp:txXfrm>
    </dsp:sp>
    <dsp:sp modelId="{3187BFAA-C83C-4F25-A016-A9BBD08CE988}">
      <dsp:nvSpPr>
        <dsp:cNvPr id="0" name=""/>
        <dsp:cNvSpPr/>
      </dsp:nvSpPr>
      <dsp:spPr>
        <a:xfrm rot="5400000">
          <a:off x="1496275" y="886437"/>
          <a:ext cx="131649" cy="1579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-5400000">
        <a:off x="1514707" y="899602"/>
        <a:ext cx="94787" cy="92154"/>
      </dsp:txXfrm>
    </dsp:sp>
    <dsp:sp modelId="{2FF4A031-57BD-4F40-BADD-3D284791F590}">
      <dsp:nvSpPr>
        <dsp:cNvPr id="0" name=""/>
        <dsp:cNvSpPr/>
      </dsp:nvSpPr>
      <dsp:spPr>
        <a:xfrm>
          <a:off x="1246141" y="1053193"/>
          <a:ext cx="631916" cy="3510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Calibri" panose="020F0502020204030204"/>
            </a:rPr>
            <a:t>DB</a:t>
          </a:r>
          <a:endParaRPr lang="en-US" sz="1500" kern="1200"/>
        </a:p>
      </dsp:txBody>
      <dsp:txXfrm>
        <a:off x="1256423" y="1063475"/>
        <a:ext cx="611352" cy="33050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398BDA-EFE9-46BE-80F3-92B74CFE2E27}">
      <dsp:nvSpPr>
        <dsp:cNvPr id="0" name=""/>
        <dsp:cNvSpPr/>
      </dsp:nvSpPr>
      <dsp:spPr>
        <a:xfrm>
          <a:off x="1246141" y="0"/>
          <a:ext cx="631916" cy="3510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Calibri" panose="020F0502020204030204"/>
            </a:rPr>
            <a:t>Ser-1</a:t>
          </a:r>
          <a:endParaRPr lang="en-US" sz="1500" kern="1200"/>
        </a:p>
      </dsp:txBody>
      <dsp:txXfrm>
        <a:off x="1256423" y="10282"/>
        <a:ext cx="611352" cy="330500"/>
      </dsp:txXfrm>
    </dsp:sp>
    <dsp:sp modelId="{8819048D-DE71-4EDD-B034-6700376AB694}">
      <dsp:nvSpPr>
        <dsp:cNvPr id="0" name=""/>
        <dsp:cNvSpPr/>
      </dsp:nvSpPr>
      <dsp:spPr>
        <a:xfrm rot="5400000">
          <a:off x="1496275" y="359841"/>
          <a:ext cx="131649" cy="1579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-5400000">
        <a:off x="1514707" y="373006"/>
        <a:ext cx="94787" cy="92154"/>
      </dsp:txXfrm>
    </dsp:sp>
    <dsp:sp modelId="{D69E0800-3D6C-422B-9697-707EB9611E97}">
      <dsp:nvSpPr>
        <dsp:cNvPr id="0" name=""/>
        <dsp:cNvSpPr/>
      </dsp:nvSpPr>
      <dsp:spPr>
        <a:xfrm>
          <a:off x="1246141" y="526596"/>
          <a:ext cx="631916" cy="3510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Calibri" panose="020F0502020204030204"/>
            </a:rPr>
            <a:t>Lib</a:t>
          </a:r>
          <a:endParaRPr lang="en-US" sz="1500" kern="1200"/>
        </a:p>
      </dsp:txBody>
      <dsp:txXfrm>
        <a:off x="1256423" y="536878"/>
        <a:ext cx="611352" cy="330500"/>
      </dsp:txXfrm>
    </dsp:sp>
    <dsp:sp modelId="{3187BFAA-C83C-4F25-A016-A9BBD08CE988}">
      <dsp:nvSpPr>
        <dsp:cNvPr id="0" name=""/>
        <dsp:cNvSpPr/>
      </dsp:nvSpPr>
      <dsp:spPr>
        <a:xfrm rot="5400000">
          <a:off x="1496275" y="886437"/>
          <a:ext cx="131649" cy="1579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-5400000">
        <a:off x="1514707" y="899602"/>
        <a:ext cx="94787" cy="92154"/>
      </dsp:txXfrm>
    </dsp:sp>
    <dsp:sp modelId="{2FF4A031-57BD-4F40-BADD-3D284791F590}">
      <dsp:nvSpPr>
        <dsp:cNvPr id="0" name=""/>
        <dsp:cNvSpPr/>
      </dsp:nvSpPr>
      <dsp:spPr>
        <a:xfrm>
          <a:off x="1246141" y="1053193"/>
          <a:ext cx="631916" cy="3510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Calibri" panose="020F0502020204030204"/>
            </a:rPr>
            <a:t>DB</a:t>
          </a:r>
          <a:endParaRPr lang="en-US" sz="1500" kern="1200"/>
        </a:p>
      </dsp:txBody>
      <dsp:txXfrm>
        <a:off x="1256423" y="1063475"/>
        <a:ext cx="611352" cy="33050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1E981F-364C-4FB6-9923-745B25D1D8E7}">
      <dsp:nvSpPr>
        <dsp:cNvPr id="0" name=""/>
        <dsp:cNvSpPr/>
      </dsp:nvSpPr>
      <dsp:spPr>
        <a:xfrm>
          <a:off x="0" y="0"/>
          <a:ext cx="4301925" cy="1071237"/>
        </a:xfrm>
        <a:prstGeom prst="rect">
          <a:avLst/>
        </a:prstGeom>
        <a:solidFill>
          <a:schemeClr val="accent1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ctr" defTabSz="2178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>
              <a:latin typeface="Calibri" panose="020F0502020204030204"/>
            </a:rPr>
            <a:t>E-Commerce</a:t>
          </a:r>
          <a:endParaRPr lang="en-US" sz="4900" kern="1200"/>
        </a:p>
      </dsp:txBody>
      <dsp:txXfrm>
        <a:off x="0" y="0"/>
        <a:ext cx="4301925" cy="1071237"/>
      </dsp:txXfrm>
    </dsp:sp>
    <dsp:sp modelId="{312FB0FE-DC0D-42D9-9534-6300B3CCDAFE}">
      <dsp:nvSpPr>
        <dsp:cNvPr id="0" name=""/>
        <dsp:cNvSpPr/>
      </dsp:nvSpPr>
      <dsp:spPr>
        <a:xfrm>
          <a:off x="2100" y="1071237"/>
          <a:ext cx="716287" cy="2249597"/>
        </a:xfrm>
        <a:prstGeom prst="rect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Calibri" panose="020F0502020204030204"/>
            </a:rPr>
            <a:t>User service</a:t>
          </a:r>
          <a:endParaRPr lang="en-US" sz="1200" kern="1200"/>
        </a:p>
      </dsp:txBody>
      <dsp:txXfrm>
        <a:off x="2100" y="1071237"/>
        <a:ext cx="716287" cy="2249597"/>
      </dsp:txXfrm>
    </dsp:sp>
    <dsp:sp modelId="{F395F720-AA3D-445E-8496-51734D939022}">
      <dsp:nvSpPr>
        <dsp:cNvPr id="0" name=""/>
        <dsp:cNvSpPr/>
      </dsp:nvSpPr>
      <dsp:spPr>
        <a:xfrm>
          <a:off x="718387" y="1071237"/>
          <a:ext cx="716287" cy="2249597"/>
        </a:xfrm>
        <a:prstGeom prst="rect">
          <a:avLst/>
        </a:prstGeom>
        <a:solidFill>
          <a:schemeClr val="accent1">
            <a:shade val="50000"/>
            <a:hueOff val="134164"/>
            <a:satOff val="-3267"/>
            <a:lumOff val="1429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Calibri" panose="020F0502020204030204"/>
            </a:rPr>
            <a:t>Product service</a:t>
          </a:r>
          <a:endParaRPr lang="en-US" sz="1200" kern="1200"/>
        </a:p>
      </dsp:txBody>
      <dsp:txXfrm>
        <a:off x="718387" y="1071237"/>
        <a:ext cx="716287" cy="2249597"/>
      </dsp:txXfrm>
    </dsp:sp>
    <dsp:sp modelId="{9B9FED11-2C79-4B1D-9A75-41842CCDEE2C}">
      <dsp:nvSpPr>
        <dsp:cNvPr id="0" name=""/>
        <dsp:cNvSpPr/>
      </dsp:nvSpPr>
      <dsp:spPr>
        <a:xfrm>
          <a:off x="1434675" y="1071237"/>
          <a:ext cx="716287" cy="2249597"/>
        </a:xfrm>
        <a:prstGeom prst="rect">
          <a:avLst/>
        </a:prstGeom>
        <a:solidFill>
          <a:schemeClr val="accent1">
            <a:shade val="50000"/>
            <a:hueOff val="268329"/>
            <a:satOff val="-6535"/>
            <a:lumOff val="2859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Calibri" panose="020F0502020204030204"/>
            </a:rPr>
            <a:t>Order service</a:t>
          </a:r>
          <a:endParaRPr lang="en-US" sz="1200" kern="1200"/>
        </a:p>
      </dsp:txBody>
      <dsp:txXfrm>
        <a:off x="1434675" y="1071237"/>
        <a:ext cx="716287" cy="2249597"/>
      </dsp:txXfrm>
    </dsp:sp>
    <dsp:sp modelId="{C9BE13FF-7C27-4487-BD20-BC32C97204B0}">
      <dsp:nvSpPr>
        <dsp:cNvPr id="0" name=""/>
        <dsp:cNvSpPr/>
      </dsp:nvSpPr>
      <dsp:spPr>
        <a:xfrm>
          <a:off x="2150962" y="1071237"/>
          <a:ext cx="716287" cy="2249597"/>
        </a:xfrm>
        <a:prstGeom prst="rect">
          <a:avLst/>
        </a:prstGeom>
        <a:solidFill>
          <a:schemeClr val="accent1">
            <a:shade val="50000"/>
            <a:hueOff val="402493"/>
            <a:satOff val="-9802"/>
            <a:lumOff val="4289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Calibri" panose="020F0502020204030204"/>
            </a:rPr>
            <a:t>Payment service</a:t>
          </a:r>
        </a:p>
      </dsp:txBody>
      <dsp:txXfrm>
        <a:off x="2150962" y="1071237"/>
        <a:ext cx="716287" cy="2249597"/>
      </dsp:txXfrm>
    </dsp:sp>
    <dsp:sp modelId="{C9051FDE-0A02-4923-957A-25A850F393AA}">
      <dsp:nvSpPr>
        <dsp:cNvPr id="0" name=""/>
        <dsp:cNvSpPr/>
      </dsp:nvSpPr>
      <dsp:spPr>
        <a:xfrm>
          <a:off x="2867249" y="1071237"/>
          <a:ext cx="716287" cy="2249597"/>
        </a:xfrm>
        <a:prstGeom prst="rect">
          <a:avLst/>
        </a:prstGeom>
        <a:solidFill>
          <a:schemeClr val="accent1">
            <a:shade val="50000"/>
            <a:hueOff val="268329"/>
            <a:satOff val="-6535"/>
            <a:lumOff val="2859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Calibri" panose="020F0502020204030204"/>
            </a:rPr>
            <a:t>Inventory service</a:t>
          </a:r>
        </a:p>
      </dsp:txBody>
      <dsp:txXfrm>
        <a:off x="2867249" y="1071237"/>
        <a:ext cx="716287" cy="2249597"/>
      </dsp:txXfrm>
    </dsp:sp>
    <dsp:sp modelId="{ABB9F1A5-604B-4137-AA96-430466BADA56}">
      <dsp:nvSpPr>
        <dsp:cNvPr id="0" name=""/>
        <dsp:cNvSpPr/>
      </dsp:nvSpPr>
      <dsp:spPr>
        <a:xfrm>
          <a:off x="3583537" y="1071237"/>
          <a:ext cx="716287" cy="2249597"/>
        </a:xfrm>
        <a:prstGeom prst="rect">
          <a:avLst/>
        </a:prstGeom>
        <a:solidFill>
          <a:schemeClr val="accent1">
            <a:shade val="50000"/>
            <a:hueOff val="134164"/>
            <a:satOff val="-3267"/>
            <a:lumOff val="1429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Calibri" panose="020F0502020204030204"/>
            </a:rPr>
            <a:t>Shipping service </a:t>
          </a:r>
        </a:p>
      </dsp:txBody>
      <dsp:txXfrm>
        <a:off x="3583537" y="1071237"/>
        <a:ext cx="716287" cy="2249597"/>
      </dsp:txXfrm>
    </dsp:sp>
    <dsp:sp modelId="{DEAA8112-C99F-466D-8856-E09E39CF2A59}">
      <dsp:nvSpPr>
        <dsp:cNvPr id="0" name=""/>
        <dsp:cNvSpPr/>
      </dsp:nvSpPr>
      <dsp:spPr>
        <a:xfrm>
          <a:off x="0" y="3320834"/>
          <a:ext cx="4301925" cy="249955"/>
        </a:xfrm>
        <a:prstGeom prst="rect">
          <a:avLst/>
        </a:prstGeom>
        <a:solidFill>
          <a:schemeClr val="accent1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E6F84F-415A-4DAA-9779-B90E19A84FF0}" type="datetimeFigureOut">
              <a:rPr lang="en-IN" smtClean="0"/>
              <a:t>07-08-2025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4E07B7-A532-4025-953D-57EC5826E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0452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16">
            <a:extLst>
              <a:ext uri="{FF2B5EF4-FFF2-40B4-BE49-F238E27FC236}">
                <a16:creationId xmlns:a16="http://schemas.microsoft.com/office/drawing/2014/main" id="{4124788B-26D4-40D5-ADB7-E3EFDD03A2B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337897" y="6411954"/>
            <a:ext cx="1676400" cy="25391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50" b="0" u="sng">
                <a:solidFill>
                  <a:srgbClr val="000099"/>
                </a:solidFill>
                <a:latin typeface="+mn-lt"/>
              </a:rPr>
              <a:t>www.jasmin-infotech.com</a:t>
            </a:r>
            <a:endParaRPr lang="en-US" sz="1400" b="0" i="1">
              <a:solidFill>
                <a:srgbClr val="C14916"/>
              </a:solidFill>
              <a:latin typeface="+mn-lt"/>
            </a:endParaRPr>
          </a:p>
        </p:txBody>
      </p:sp>
      <p:sp>
        <p:nvSpPr>
          <p:cNvPr id="11" name="Slide Number Placeholder 12">
            <a:extLst>
              <a:ext uri="{FF2B5EF4-FFF2-40B4-BE49-F238E27FC236}">
                <a16:creationId xmlns:a16="http://schemas.microsoft.com/office/drawing/2014/main" id="{31D66A2A-A548-48C9-922B-D62471CE8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34600" y="6422754"/>
            <a:ext cx="1219199" cy="298721"/>
          </a:xfrm>
          <a:prstGeom prst="rect">
            <a:avLst/>
          </a:prstGeom>
        </p:spPr>
        <p:txBody>
          <a:bodyPr/>
          <a:lstStyle/>
          <a:p>
            <a:fld id="{83735547-B499-4273-BF07-F756EAEC2F73}" type="slidenum">
              <a:rPr lang="en-IN" smtClean="0"/>
              <a:t>‹#›</a:t>
            </a:fld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D138D3F-CC47-0FF9-D4CB-EC6B2E5ACB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25129" y="2298963"/>
            <a:ext cx="3741742" cy="12003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3E40779-73A9-914E-2480-9A29EBF05473}"/>
              </a:ext>
            </a:extLst>
          </p:cNvPr>
          <p:cNvSpPr txBox="1"/>
          <p:nvPr userDrawn="1"/>
        </p:nvSpPr>
        <p:spPr>
          <a:xfrm>
            <a:off x="4963435" y="3499292"/>
            <a:ext cx="24253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i="1">
                <a:solidFill>
                  <a:srgbClr val="000000"/>
                </a:solidFill>
                <a:effectLst/>
              </a:rPr>
              <a:t>Helping you innovate</a:t>
            </a:r>
            <a:endParaRPr lang="en-IN" sz="2000" b="1" i="1"/>
          </a:p>
        </p:txBody>
      </p:sp>
      <p:pic>
        <p:nvPicPr>
          <p:cNvPr id="4" name="Picture 3" descr="A picture containing text, font, logo, graphics&#10;&#10;Description automatically generated">
            <a:extLst>
              <a:ext uri="{FF2B5EF4-FFF2-40B4-BE49-F238E27FC236}">
                <a16:creationId xmlns:a16="http://schemas.microsoft.com/office/drawing/2014/main" id="{FE7E01E8-D30E-15CC-EEBD-2C36403598B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7054" y="247217"/>
            <a:ext cx="2197891" cy="1774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286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6EA4D-61F7-48C2-AF6D-1188E40D2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575" y="1268088"/>
            <a:ext cx="11335108" cy="508826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0DA613D-B314-4766-868E-E2A78364DF0B}"/>
              </a:ext>
            </a:extLst>
          </p:cNvPr>
          <p:cNvCxnSpPr/>
          <p:nvPr userDrawn="1"/>
        </p:nvCxnSpPr>
        <p:spPr>
          <a:xfrm>
            <a:off x="2057400" y="6629400"/>
            <a:ext cx="0" cy="22860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12">
            <a:extLst>
              <a:ext uri="{FF2B5EF4-FFF2-40B4-BE49-F238E27FC236}">
                <a16:creationId xmlns:a16="http://schemas.microsoft.com/office/drawing/2014/main" id="{BB4F4F2C-6052-4C5E-8666-50B26C343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34600" y="6422754"/>
            <a:ext cx="1219199" cy="298721"/>
          </a:xfrm>
          <a:prstGeom prst="rect">
            <a:avLst/>
          </a:prstGeom>
        </p:spPr>
        <p:txBody>
          <a:bodyPr/>
          <a:lstStyle/>
          <a:p>
            <a:fld id="{83735547-B499-4273-BF07-F756EAEC2F73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8026290-33FD-442D-B8F4-AA106F7AFECA}"/>
              </a:ext>
            </a:extLst>
          </p:cNvPr>
          <p:cNvCxnSpPr>
            <a:cxnSpLocks/>
          </p:cNvCxnSpPr>
          <p:nvPr userDrawn="1"/>
        </p:nvCxnSpPr>
        <p:spPr>
          <a:xfrm>
            <a:off x="448575" y="1064707"/>
            <a:ext cx="11335108" cy="0"/>
          </a:xfrm>
          <a:prstGeom prst="line">
            <a:avLst/>
          </a:prstGeom>
          <a:ln w="19050">
            <a:solidFill>
              <a:srgbClr val="0000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AD7D019D-615E-477C-9081-4003E46BBA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951" y="209850"/>
            <a:ext cx="674848" cy="71981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B8B8F03-C00E-48FD-AE30-ACE3CA0240CF}"/>
              </a:ext>
            </a:extLst>
          </p:cNvPr>
          <p:cNvSpPr txBox="1"/>
          <p:nvPr userDrawn="1"/>
        </p:nvSpPr>
        <p:spPr>
          <a:xfrm>
            <a:off x="448575" y="387200"/>
            <a:ext cx="10230376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800">
                <a:solidFill>
                  <a:srgbClr val="010086"/>
                </a:solidFill>
                <a:latin typeface="Century Gothic" panose="020B0502020202020204" pitchFamily="34" charset="0"/>
              </a:rPr>
              <a:t>Document history</a:t>
            </a:r>
            <a:endParaRPr lang="en-IN" sz="280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8546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4D500-044D-4F8A-9311-1D19A1E0D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719262"/>
          </a:xfrm>
        </p:spPr>
        <p:txBody>
          <a:bodyPr anchor="b">
            <a:normAutofit/>
          </a:bodyPr>
          <a:lstStyle>
            <a:lvl1pPr>
              <a:defRPr sz="2800"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A8A540-5472-4C45-9471-5968D6BC44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839370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id="{470DE521-D3F7-4AC9-95DC-EFEFD3DE85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4B1DF27C-CA9A-40E8-A56A-2B7A4035C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CONFIDENTIAL I Shared under NDA</a:t>
            </a:r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1B7E32C-6A60-4344-8FB2-6251996B6247}"/>
              </a:ext>
            </a:extLst>
          </p:cNvPr>
          <p:cNvCxnSpPr>
            <a:cxnSpLocks/>
          </p:cNvCxnSpPr>
          <p:nvPr userDrawn="1"/>
        </p:nvCxnSpPr>
        <p:spPr>
          <a:xfrm>
            <a:off x="838200" y="3455687"/>
            <a:ext cx="11353800" cy="0"/>
          </a:xfrm>
          <a:prstGeom prst="line">
            <a:avLst/>
          </a:prstGeom>
          <a:ln w="38100">
            <a:solidFill>
              <a:srgbClr val="0000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39106E4-29D0-496D-9A43-CB891643C286}"/>
              </a:ext>
            </a:extLst>
          </p:cNvPr>
          <p:cNvCxnSpPr/>
          <p:nvPr userDrawn="1"/>
        </p:nvCxnSpPr>
        <p:spPr>
          <a:xfrm>
            <a:off x="2057400" y="6629400"/>
            <a:ext cx="0" cy="22860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12">
            <a:extLst>
              <a:ext uri="{FF2B5EF4-FFF2-40B4-BE49-F238E27FC236}">
                <a16:creationId xmlns:a16="http://schemas.microsoft.com/office/drawing/2014/main" id="{A42DA796-DA88-4A79-99C5-26352F673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34600" y="6422754"/>
            <a:ext cx="1219199" cy="298721"/>
          </a:xfrm>
          <a:prstGeom prst="rect">
            <a:avLst/>
          </a:prstGeom>
        </p:spPr>
        <p:txBody>
          <a:bodyPr/>
          <a:lstStyle/>
          <a:p>
            <a:fld id="{83735547-B499-4273-BF07-F756EAEC2F73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B906B2E-F395-462F-BCAA-5B24E2A416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951" y="209850"/>
            <a:ext cx="674848" cy="719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404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6EA4D-61F7-48C2-AF6D-1188E40D2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575" y="1218996"/>
            <a:ext cx="11335108" cy="513735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0DA613D-B314-4766-868E-E2A78364DF0B}"/>
              </a:ext>
            </a:extLst>
          </p:cNvPr>
          <p:cNvCxnSpPr/>
          <p:nvPr userDrawn="1"/>
        </p:nvCxnSpPr>
        <p:spPr>
          <a:xfrm>
            <a:off x="2057400" y="6629400"/>
            <a:ext cx="0" cy="22860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86C6A39-B8E4-4532-96D5-5915685A7FB5}"/>
              </a:ext>
            </a:extLst>
          </p:cNvPr>
          <p:cNvCxnSpPr>
            <a:cxnSpLocks/>
          </p:cNvCxnSpPr>
          <p:nvPr userDrawn="1"/>
        </p:nvCxnSpPr>
        <p:spPr>
          <a:xfrm>
            <a:off x="448575" y="1064707"/>
            <a:ext cx="11335108" cy="0"/>
          </a:xfrm>
          <a:prstGeom prst="line">
            <a:avLst/>
          </a:prstGeom>
          <a:ln w="19050">
            <a:solidFill>
              <a:srgbClr val="0000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12">
            <a:extLst>
              <a:ext uri="{FF2B5EF4-FFF2-40B4-BE49-F238E27FC236}">
                <a16:creationId xmlns:a16="http://schemas.microsoft.com/office/drawing/2014/main" id="{3EE4CF6D-F48F-4791-83CA-3DB99D72A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34600" y="6422754"/>
            <a:ext cx="1219199" cy="298721"/>
          </a:xfrm>
          <a:prstGeom prst="rect">
            <a:avLst/>
          </a:prstGeom>
        </p:spPr>
        <p:txBody>
          <a:bodyPr/>
          <a:lstStyle/>
          <a:p>
            <a:fld id="{83735547-B499-4273-BF07-F756EAEC2F73}" type="slidenum">
              <a:rPr lang="en-IN" smtClean="0"/>
              <a:t>‹#›</a:t>
            </a:fld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9C2C37E-1BD9-4EA1-880A-134343D0CA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951" y="209850"/>
            <a:ext cx="674848" cy="719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356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6EA4D-61F7-48C2-AF6D-1188E40D2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576" y="1310522"/>
            <a:ext cx="5647424" cy="5045825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0DA613D-B314-4766-868E-E2A78364DF0B}"/>
              </a:ext>
            </a:extLst>
          </p:cNvPr>
          <p:cNvCxnSpPr/>
          <p:nvPr userDrawn="1"/>
        </p:nvCxnSpPr>
        <p:spPr>
          <a:xfrm>
            <a:off x="2057400" y="6629400"/>
            <a:ext cx="0" cy="22860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C49C9CF-5B99-4CA1-BA59-9B7CCDC6B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34600" y="6422754"/>
            <a:ext cx="1219199" cy="298721"/>
          </a:xfrm>
          <a:prstGeom prst="rect">
            <a:avLst/>
          </a:prstGeom>
        </p:spPr>
        <p:txBody>
          <a:bodyPr/>
          <a:lstStyle/>
          <a:p>
            <a:fld id="{83735547-B499-4273-BF07-F756EAEC2F73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733A8E9-BBE7-4DE2-90F0-B2F1E9E74246}"/>
              </a:ext>
            </a:extLst>
          </p:cNvPr>
          <p:cNvCxnSpPr>
            <a:cxnSpLocks/>
          </p:cNvCxnSpPr>
          <p:nvPr userDrawn="1"/>
        </p:nvCxnSpPr>
        <p:spPr>
          <a:xfrm>
            <a:off x="448575" y="1064707"/>
            <a:ext cx="11335108" cy="0"/>
          </a:xfrm>
          <a:prstGeom prst="line">
            <a:avLst/>
          </a:prstGeom>
          <a:ln w="19050">
            <a:solidFill>
              <a:srgbClr val="0000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AA85F8C5-0F17-4B54-966D-E64505CB7F6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951" y="209850"/>
            <a:ext cx="674848" cy="719818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0671208-5BEA-40D8-A25A-CD1E84DC4EE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0" y="1310522"/>
            <a:ext cx="5647424" cy="5045825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6379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2">
            <a:extLst>
              <a:ext uri="{FF2B5EF4-FFF2-40B4-BE49-F238E27FC236}">
                <a16:creationId xmlns:a16="http://schemas.microsoft.com/office/drawing/2014/main" id="{35B1BB6A-62CB-411F-8E6F-CE29E323FDD6}"/>
              </a:ext>
            </a:extLst>
          </p:cNvPr>
          <p:cNvSpPr txBox="1">
            <a:spLocks/>
          </p:cNvSpPr>
          <p:nvPr userDrawn="1"/>
        </p:nvSpPr>
        <p:spPr>
          <a:xfrm>
            <a:off x="4917287" y="5337469"/>
            <a:ext cx="6094602" cy="8853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50">
                <a:solidFill>
                  <a:schemeClr val="accent2"/>
                </a:solidFill>
              </a:rPr>
              <a:t>THANK YOU!</a:t>
            </a:r>
            <a:endParaRPr lang="en-IN" sz="4050">
              <a:solidFill>
                <a:schemeClr val="accent2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D780C04-86F0-48AA-880D-9780441582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17128" y="2485236"/>
            <a:ext cx="3467080" cy="1112219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F3AA549-D622-4A21-9ECE-DB969E0703AF}"/>
              </a:ext>
            </a:extLst>
          </p:cNvPr>
          <p:cNvSpPr/>
          <p:nvPr userDrawn="1"/>
        </p:nvSpPr>
        <p:spPr>
          <a:xfrm>
            <a:off x="11144304" y="4221882"/>
            <a:ext cx="209496" cy="209496"/>
          </a:xfrm>
          <a:custGeom>
            <a:avLst/>
            <a:gdLst>
              <a:gd name="connsiteX0" fmla="*/ 101580 w 279328"/>
              <a:gd name="connsiteY0" fmla="*/ 209496 h 279328"/>
              <a:gd name="connsiteX1" fmla="*/ 107916 w 279328"/>
              <a:gd name="connsiteY1" fmla="*/ 215846 h 279328"/>
              <a:gd name="connsiteX2" fmla="*/ 106067 w 279328"/>
              <a:gd name="connsiteY2" fmla="*/ 220333 h 279328"/>
              <a:gd name="connsiteX3" fmla="*/ 87018 w 279328"/>
              <a:gd name="connsiteY3" fmla="*/ 239382 h 279328"/>
              <a:gd name="connsiteX4" fmla="*/ 82531 w 279328"/>
              <a:gd name="connsiteY4" fmla="*/ 241244 h 279328"/>
              <a:gd name="connsiteX5" fmla="*/ 76182 w 279328"/>
              <a:gd name="connsiteY5" fmla="*/ 234894 h 279328"/>
              <a:gd name="connsiteX6" fmla="*/ 78044 w 279328"/>
              <a:gd name="connsiteY6" fmla="*/ 230407 h 279328"/>
              <a:gd name="connsiteX7" fmla="*/ 97079 w 279328"/>
              <a:gd name="connsiteY7" fmla="*/ 211358 h 279328"/>
              <a:gd name="connsiteX8" fmla="*/ 101580 w 279328"/>
              <a:gd name="connsiteY8" fmla="*/ 209496 h 279328"/>
              <a:gd name="connsiteX9" fmla="*/ 95230 w 279328"/>
              <a:gd name="connsiteY9" fmla="*/ 177748 h 279328"/>
              <a:gd name="connsiteX10" fmla="*/ 101580 w 279328"/>
              <a:gd name="connsiteY10" fmla="*/ 184111 h 279328"/>
              <a:gd name="connsiteX11" fmla="*/ 99718 w 279328"/>
              <a:gd name="connsiteY11" fmla="*/ 188585 h 279328"/>
              <a:gd name="connsiteX12" fmla="*/ 36235 w 279328"/>
              <a:gd name="connsiteY12" fmla="*/ 252081 h 279328"/>
              <a:gd name="connsiteX13" fmla="*/ 31748 w 279328"/>
              <a:gd name="connsiteY13" fmla="*/ 253930 h 279328"/>
              <a:gd name="connsiteX14" fmla="*/ 25398 w 279328"/>
              <a:gd name="connsiteY14" fmla="*/ 247580 h 279328"/>
              <a:gd name="connsiteX15" fmla="*/ 27247 w 279328"/>
              <a:gd name="connsiteY15" fmla="*/ 243093 h 279328"/>
              <a:gd name="connsiteX16" fmla="*/ 90743 w 279328"/>
              <a:gd name="connsiteY16" fmla="*/ 179611 h 279328"/>
              <a:gd name="connsiteX17" fmla="*/ 95230 w 279328"/>
              <a:gd name="connsiteY17" fmla="*/ 177748 h 279328"/>
              <a:gd name="connsiteX18" fmla="*/ 63483 w 279328"/>
              <a:gd name="connsiteY18" fmla="*/ 171412 h 279328"/>
              <a:gd name="connsiteX19" fmla="*/ 69833 w 279328"/>
              <a:gd name="connsiteY19" fmla="*/ 177748 h 279328"/>
              <a:gd name="connsiteX20" fmla="*/ 67971 w 279328"/>
              <a:gd name="connsiteY20" fmla="*/ 182249 h 279328"/>
              <a:gd name="connsiteX21" fmla="*/ 61621 w 279328"/>
              <a:gd name="connsiteY21" fmla="*/ 188585 h 279328"/>
              <a:gd name="connsiteX22" fmla="*/ 57134 w 279328"/>
              <a:gd name="connsiteY22" fmla="*/ 190448 h 279328"/>
              <a:gd name="connsiteX23" fmla="*/ 50784 w 279328"/>
              <a:gd name="connsiteY23" fmla="*/ 184111 h 279328"/>
              <a:gd name="connsiteX24" fmla="*/ 52647 w 279328"/>
              <a:gd name="connsiteY24" fmla="*/ 179611 h 279328"/>
              <a:gd name="connsiteX25" fmla="*/ 58996 w 279328"/>
              <a:gd name="connsiteY25" fmla="*/ 173261 h 279328"/>
              <a:gd name="connsiteX26" fmla="*/ 63483 w 279328"/>
              <a:gd name="connsiteY26" fmla="*/ 171412 h 279328"/>
              <a:gd name="connsiteX27" fmla="*/ 254176 w 279328"/>
              <a:gd name="connsiteY27" fmla="*/ 34140 h 279328"/>
              <a:gd name="connsiteX28" fmla="*/ 121728 w 279328"/>
              <a:gd name="connsiteY28" fmla="*/ 166588 h 279328"/>
              <a:gd name="connsiteX29" fmla="*/ 158816 w 279328"/>
              <a:gd name="connsiteY29" fmla="*/ 256646 h 279328"/>
              <a:gd name="connsiteX30" fmla="*/ 254176 w 279328"/>
              <a:gd name="connsiteY30" fmla="*/ 34140 h 279328"/>
              <a:gd name="connsiteX31" fmla="*/ 245188 w 279328"/>
              <a:gd name="connsiteY31" fmla="*/ 25153 h 279328"/>
              <a:gd name="connsiteX32" fmla="*/ 22695 w 279328"/>
              <a:gd name="connsiteY32" fmla="*/ 120525 h 279328"/>
              <a:gd name="connsiteX33" fmla="*/ 112753 w 279328"/>
              <a:gd name="connsiteY33" fmla="*/ 157601 h 279328"/>
              <a:gd name="connsiteX34" fmla="*/ 272978 w 279328"/>
              <a:gd name="connsiteY34" fmla="*/ 0 h 279328"/>
              <a:gd name="connsiteX35" fmla="*/ 279328 w 279328"/>
              <a:gd name="connsiteY35" fmla="*/ 6350 h 279328"/>
              <a:gd name="connsiteX36" fmla="*/ 278643 w 279328"/>
              <a:gd name="connsiteY36" fmla="*/ 9039 h 279328"/>
              <a:gd name="connsiteX37" fmla="*/ 278720 w 279328"/>
              <a:gd name="connsiteY37" fmla="*/ 9078 h 279328"/>
              <a:gd name="connsiteX38" fmla="*/ 164558 w 279328"/>
              <a:gd name="connsiteY38" fmla="*/ 275423 h 279328"/>
              <a:gd name="connsiteX39" fmla="*/ 164532 w 279328"/>
              <a:gd name="connsiteY39" fmla="*/ 275487 h 279328"/>
              <a:gd name="connsiteX40" fmla="*/ 164441 w 279328"/>
              <a:gd name="connsiteY40" fmla="*/ 275707 h 279328"/>
              <a:gd name="connsiteX41" fmla="*/ 164403 w 279328"/>
              <a:gd name="connsiteY41" fmla="*/ 275694 h 279328"/>
              <a:gd name="connsiteX42" fmla="*/ 158713 w 279328"/>
              <a:gd name="connsiteY42" fmla="*/ 279328 h 279328"/>
              <a:gd name="connsiteX43" fmla="*/ 152712 w 279328"/>
              <a:gd name="connsiteY43" fmla="*/ 274737 h 279328"/>
              <a:gd name="connsiteX44" fmla="*/ 152609 w 279328"/>
              <a:gd name="connsiteY44" fmla="*/ 274776 h 279328"/>
              <a:gd name="connsiteX45" fmla="*/ 109429 w 279328"/>
              <a:gd name="connsiteY45" fmla="*/ 169899 h 279328"/>
              <a:gd name="connsiteX46" fmla="*/ 4565 w 279328"/>
              <a:gd name="connsiteY46" fmla="*/ 126719 h 279328"/>
              <a:gd name="connsiteX47" fmla="*/ 4591 w 279328"/>
              <a:gd name="connsiteY47" fmla="*/ 126616 h 279328"/>
              <a:gd name="connsiteX48" fmla="*/ 0 w 279328"/>
              <a:gd name="connsiteY48" fmla="*/ 120615 h 279328"/>
              <a:gd name="connsiteX49" fmla="*/ 3634 w 279328"/>
              <a:gd name="connsiteY49" fmla="*/ 114925 h 279328"/>
              <a:gd name="connsiteX50" fmla="*/ 3621 w 279328"/>
              <a:gd name="connsiteY50" fmla="*/ 114900 h 279328"/>
              <a:gd name="connsiteX51" fmla="*/ 3841 w 279328"/>
              <a:gd name="connsiteY51" fmla="*/ 114796 h 279328"/>
              <a:gd name="connsiteX52" fmla="*/ 3905 w 279328"/>
              <a:gd name="connsiteY52" fmla="*/ 114770 h 279328"/>
              <a:gd name="connsiteX53" fmla="*/ 270250 w 279328"/>
              <a:gd name="connsiteY53" fmla="*/ 621 h 279328"/>
              <a:gd name="connsiteX54" fmla="*/ 270276 w 279328"/>
              <a:gd name="connsiteY54" fmla="*/ 673 h 279328"/>
              <a:gd name="connsiteX55" fmla="*/ 272978 w 279328"/>
              <a:gd name="connsiteY55" fmla="*/ 0 h 279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79328" h="279328">
                <a:moveTo>
                  <a:pt x="101580" y="209496"/>
                </a:moveTo>
                <a:cubicBezTo>
                  <a:pt x="105084" y="209496"/>
                  <a:pt x="107916" y="212341"/>
                  <a:pt x="107916" y="215846"/>
                </a:cubicBezTo>
                <a:cubicBezTo>
                  <a:pt x="107916" y="217604"/>
                  <a:pt x="107218" y="219195"/>
                  <a:pt x="106067" y="220333"/>
                </a:cubicBezTo>
                <a:lnTo>
                  <a:pt x="87018" y="239382"/>
                </a:lnTo>
                <a:cubicBezTo>
                  <a:pt x="85867" y="240533"/>
                  <a:pt x="84277" y="241244"/>
                  <a:pt x="82531" y="241244"/>
                </a:cubicBezTo>
                <a:cubicBezTo>
                  <a:pt x="79027" y="241244"/>
                  <a:pt x="76182" y="238399"/>
                  <a:pt x="76182" y="234894"/>
                </a:cubicBezTo>
                <a:cubicBezTo>
                  <a:pt x="76182" y="233148"/>
                  <a:pt x="76893" y="231545"/>
                  <a:pt x="78044" y="230407"/>
                </a:cubicBezTo>
                <a:lnTo>
                  <a:pt x="97079" y="211358"/>
                </a:lnTo>
                <a:cubicBezTo>
                  <a:pt x="98230" y="210207"/>
                  <a:pt x="99821" y="209496"/>
                  <a:pt x="101580" y="209496"/>
                </a:cubicBezTo>
                <a:close/>
                <a:moveTo>
                  <a:pt x="95230" y="177748"/>
                </a:moveTo>
                <a:cubicBezTo>
                  <a:pt x="98735" y="177748"/>
                  <a:pt x="101580" y="180606"/>
                  <a:pt x="101580" y="184111"/>
                </a:cubicBezTo>
                <a:cubicBezTo>
                  <a:pt x="101580" y="185857"/>
                  <a:pt x="100868" y="187447"/>
                  <a:pt x="99718" y="188585"/>
                </a:cubicBezTo>
                <a:lnTo>
                  <a:pt x="36235" y="252081"/>
                </a:lnTo>
                <a:cubicBezTo>
                  <a:pt x="35084" y="253232"/>
                  <a:pt x="33493" y="253930"/>
                  <a:pt x="31748" y="253930"/>
                </a:cubicBezTo>
                <a:cubicBezTo>
                  <a:pt x="28243" y="253930"/>
                  <a:pt x="25398" y="251098"/>
                  <a:pt x="25398" y="247580"/>
                </a:cubicBezTo>
                <a:cubicBezTo>
                  <a:pt x="25398" y="245848"/>
                  <a:pt x="26109" y="244257"/>
                  <a:pt x="27247" y="243093"/>
                </a:cubicBezTo>
                <a:lnTo>
                  <a:pt x="90743" y="179611"/>
                </a:lnTo>
                <a:cubicBezTo>
                  <a:pt x="91881" y="178473"/>
                  <a:pt x="93471" y="177748"/>
                  <a:pt x="95230" y="177748"/>
                </a:cubicBezTo>
                <a:close/>
                <a:moveTo>
                  <a:pt x="63483" y="171412"/>
                </a:moveTo>
                <a:cubicBezTo>
                  <a:pt x="66988" y="171412"/>
                  <a:pt x="69833" y="174257"/>
                  <a:pt x="69833" y="177748"/>
                </a:cubicBezTo>
                <a:cubicBezTo>
                  <a:pt x="69833" y="179507"/>
                  <a:pt x="69122" y="181098"/>
                  <a:pt x="67971" y="182249"/>
                </a:cubicBezTo>
                <a:lnTo>
                  <a:pt x="61621" y="188585"/>
                </a:lnTo>
                <a:cubicBezTo>
                  <a:pt x="60470" y="189749"/>
                  <a:pt x="58893" y="190448"/>
                  <a:pt x="57134" y="190448"/>
                </a:cubicBezTo>
                <a:cubicBezTo>
                  <a:pt x="53629" y="190448"/>
                  <a:pt x="50784" y="187603"/>
                  <a:pt x="50784" y="184111"/>
                </a:cubicBezTo>
                <a:cubicBezTo>
                  <a:pt x="50784" y="182352"/>
                  <a:pt x="51496" y="180774"/>
                  <a:pt x="52647" y="179611"/>
                </a:cubicBezTo>
                <a:lnTo>
                  <a:pt x="58996" y="173261"/>
                </a:lnTo>
                <a:cubicBezTo>
                  <a:pt x="60147" y="172123"/>
                  <a:pt x="61738" y="171412"/>
                  <a:pt x="63483" y="171412"/>
                </a:cubicBezTo>
                <a:close/>
                <a:moveTo>
                  <a:pt x="254176" y="34140"/>
                </a:moveTo>
                <a:lnTo>
                  <a:pt x="121728" y="166588"/>
                </a:lnTo>
                <a:lnTo>
                  <a:pt x="158816" y="256646"/>
                </a:lnTo>
                <a:cubicBezTo>
                  <a:pt x="158816" y="256646"/>
                  <a:pt x="254176" y="34140"/>
                  <a:pt x="254176" y="34140"/>
                </a:cubicBezTo>
                <a:close/>
                <a:moveTo>
                  <a:pt x="245188" y="25153"/>
                </a:moveTo>
                <a:lnTo>
                  <a:pt x="22695" y="120525"/>
                </a:lnTo>
                <a:cubicBezTo>
                  <a:pt x="22695" y="120525"/>
                  <a:pt x="112753" y="157601"/>
                  <a:pt x="112753" y="157601"/>
                </a:cubicBezTo>
                <a:close/>
                <a:moveTo>
                  <a:pt x="272978" y="0"/>
                </a:moveTo>
                <a:cubicBezTo>
                  <a:pt x="276483" y="0"/>
                  <a:pt x="279328" y="2845"/>
                  <a:pt x="279328" y="6350"/>
                </a:cubicBezTo>
                <a:cubicBezTo>
                  <a:pt x="279328" y="7332"/>
                  <a:pt x="279043" y="8225"/>
                  <a:pt x="278643" y="9039"/>
                </a:cubicBezTo>
                <a:lnTo>
                  <a:pt x="278720" y="9078"/>
                </a:lnTo>
                <a:lnTo>
                  <a:pt x="164558" y="275423"/>
                </a:lnTo>
                <a:cubicBezTo>
                  <a:pt x="164558" y="275449"/>
                  <a:pt x="164545" y="275462"/>
                  <a:pt x="164532" y="275487"/>
                </a:cubicBezTo>
                <a:lnTo>
                  <a:pt x="164441" y="275707"/>
                </a:lnTo>
                <a:lnTo>
                  <a:pt x="164403" y="275694"/>
                </a:lnTo>
                <a:cubicBezTo>
                  <a:pt x="163381" y="277828"/>
                  <a:pt x="161234" y="279328"/>
                  <a:pt x="158713" y="279328"/>
                </a:cubicBezTo>
                <a:cubicBezTo>
                  <a:pt x="155829" y="279328"/>
                  <a:pt x="153488" y="277375"/>
                  <a:pt x="152712" y="274737"/>
                </a:cubicBezTo>
                <a:lnTo>
                  <a:pt x="152609" y="274776"/>
                </a:lnTo>
                <a:lnTo>
                  <a:pt x="109429" y="169899"/>
                </a:lnTo>
                <a:lnTo>
                  <a:pt x="4565" y="126719"/>
                </a:lnTo>
                <a:lnTo>
                  <a:pt x="4591" y="126616"/>
                </a:lnTo>
                <a:cubicBezTo>
                  <a:pt x="1953" y="125840"/>
                  <a:pt x="0" y="123499"/>
                  <a:pt x="0" y="120615"/>
                </a:cubicBezTo>
                <a:cubicBezTo>
                  <a:pt x="0" y="118094"/>
                  <a:pt x="1500" y="115960"/>
                  <a:pt x="3634" y="114925"/>
                </a:cubicBezTo>
                <a:lnTo>
                  <a:pt x="3621" y="114900"/>
                </a:lnTo>
                <a:lnTo>
                  <a:pt x="3841" y="114796"/>
                </a:lnTo>
                <a:cubicBezTo>
                  <a:pt x="3867" y="114783"/>
                  <a:pt x="3892" y="114770"/>
                  <a:pt x="3905" y="114770"/>
                </a:cubicBezTo>
                <a:lnTo>
                  <a:pt x="270250" y="621"/>
                </a:lnTo>
                <a:lnTo>
                  <a:pt x="270276" y="673"/>
                </a:lnTo>
                <a:cubicBezTo>
                  <a:pt x="271103" y="259"/>
                  <a:pt x="272009" y="0"/>
                  <a:pt x="272978" y="0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US" sz="101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92232A-8606-49DF-8121-568064219514}"/>
              </a:ext>
            </a:extLst>
          </p:cNvPr>
          <p:cNvSpPr/>
          <p:nvPr userDrawn="1"/>
        </p:nvSpPr>
        <p:spPr>
          <a:xfrm>
            <a:off x="11144304" y="4561631"/>
            <a:ext cx="209496" cy="190451"/>
          </a:xfrm>
          <a:custGeom>
            <a:avLst/>
            <a:gdLst>
              <a:gd name="connsiteX0" fmla="*/ 101580 w 279328"/>
              <a:gd name="connsiteY0" fmla="*/ 76181 h 253935"/>
              <a:gd name="connsiteX1" fmla="*/ 12699 w 279328"/>
              <a:gd name="connsiteY1" fmla="*/ 149187 h 253935"/>
              <a:gd name="connsiteX2" fmla="*/ 39300 w 279328"/>
              <a:gd name="connsiteY2" fmla="*/ 201126 h 253935"/>
              <a:gd name="connsiteX3" fmla="*/ 43516 w 279328"/>
              <a:gd name="connsiteY3" fmla="*/ 214469 h 253935"/>
              <a:gd name="connsiteX4" fmla="*/ 38239 w 279328"/>
              <a:gd name="connsiteY4" fmla="*/ 232950 h 253935"/>
              <a:gd name="connsiteX5" fmla="*/ 71423 w 279328"/>
              <a:gd name="connsiteY5" fmla="*/ 220183 h 253935"/>
              <a:gd name="connsiteX6" fmla="*/ 75988 w 279328"/>
              <a:gd name="connsiteY6" fmla="*/ 219348 h 253935"/>
              <a:gd name="connsiteX7" fmla="*/ 78703 w 279328"/>
              <a:gd name="connsiteY7" fmla="*/ 219642 h 253935"/>
              <a:gd name="connsiteX8" fmla="*/ 101580 w 279328"/>
              <a:gd name="connsiteY8" fmla="*/ 222193 h 253935"/>
              <a:gd name="connsiteX9" fmla="*/ 190447 w 279328"/>
              <a:gd name="connsiteY9" fmla="*/ 149187 h 253935"/>
              <a:gd name="connsiteX10" fmla="*/ 101580 w 279328"/>
              <a:gd name="connsiteY10" fmla="*/ 76181 h 253935"/>
              <a:gd name="connsiteX11" fmla="*/ 101580 w 279328"/>
              <a:gd name="connsiteY11" fmla="*/ 63484 h 253935"/>
              <a:gd name="connsiteX12" fmla="*/ 203146 w 279328"/>
              <a:gd name="connsiteY12" fmla="*/ 149187 h 253935"/>
              <a:gd name="connsiteX13" fmla="*/ 101580 w 279328"/>
              <a:gd name="connsiteY13" fmla="*/ 234890 h 253935"/>
              <a:gd name="connsiteX14" fmla="*/ 75988 w 279328"/>
              <a:gd name="connsiteY14" fmla="*/ 232045 h 253935"/>
              <a:gd name="connsiteX15" fmla="*/ 19049 w 279328"/>
              <a:gd name="connsiteY15" fmla="*/ 253935 h 253935"/>
              <a:gd name="connsiteX16" fmla="*/ 31321 w 279328"/>
              <a:gd name="connsiteY16" fmla="*/ 210990 h 253935"/>
              <a:gd name="connsiteX17" fmla="*/ 0 w 279328"/>
              <a:gd name="connsiteY17" fmla="*/ 149187 h 253935"/>
              <a:gd name="connsiteX18" fmla="*/ 101580 w 279328"/>
              <a:gd name="connsiteY18" fmla="*/ 63484 h 253935"/>
              <a:gd name="connsiteX19" fmla="*/ 177748 w 279328"/>
              <a:gd name="connsiteY19" fmla="*/ 0 h 253935"/>
              <a:gd name="connsiteX20" fmla="*/ 279328 w 279328"/>
              <a:gd name="connsiteY20" fmla="*/ 85703 h 253935"/>
              <a:gd name="connsiteX21" fmla="*/ 248007 w 279328"/>
              <a:gd name="connsiteY21" fmla="*/ 147506 h 253935"/>
              <a:gd name="connsiteX22" fmla="*/ 260279 w 279328"/>
              <a:gd name="connsiteY22" fmla="*/ 190451 h 253935"/>
              <a:gd name="connsiteX23" fmla="*/ 212225 w 279328"/>
              <a:gd name="connsiteY23" fmla="*/ 171971 h 253935"/>
              <a:gd name="connsiteX24" fmla="*/ 214837 w 279328"/>
              <a:gd name="connsiteY24" fmla="*/ 159368 h 253935"/>
              <a:gd name="connsiteX25" fmla="*/ 241089 w 279328"/>
              <a:gd name="connsiteY25" fmla="*/ 169466 h 253935"/>
              <a:gd name="connsiteX26" fmla="*/ 235799 w 279328"/>
              <a:gd name="connsiteY26" fmla="*/ 150986 h 253935"/>
              <a:gd name="connsiteX27" fmla="*/ 240028 w 279328"/>
              <a:gd name="connsiteY27" fmla="*/ 137631 h 253935"/>
              <a:gd name="connsiteX28" fmla="*/ 266629 w 279328"/>
              <a:gd name="connsiteY28" fmla="*/ 85703 h 253935"/>
              <a:gd name="connsiteX29" fmla="*/ 177748 w 279328"/>
              <a:gd name="connsiteY29" fmla="*/ 12697 h 253935"/>
              <a:gd name="connsiteX30" fmla="*/ 99679 w 279328"/>
              <a:gd name="connsiteY30" fmla="*/ 50858 h 253935"/>
              <a:gd name="connsiteX31" fmla="*/ 84380 w 279328"/>
              <a:gd name="connsiteY31" fmla="*/ 51986 h 253935"/>
              <a:gd name="connsiteX32" fmla="*/ 177748 w 279328"/>
              <a:gd name="connsiteY32" fmla="*/ 0 h 253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79328" h="253935">
                <a:moveTo>
                  <a:pt x="101580" y="76181"/>
                </a:moveTo>
                <a:cubicBezTo>
                  <a:pt x="52568" y="76181"/>
                  <a:pt x="12699" y="108934"/>
                  <a:pt x="12699" y="149187"/>
                </a:cubicBezTo>
                <a:cubicBezTo>
                  <a:pt x="12699" y="168796"/>
                  <a:pt x="22139" y="187230"/>
                  <a:pt x="39300" y="201126"/>
                </a:cubicBezTo>
                <a:cubicBezTo>
                  <a:pt x="43257" y="204324"/>
                  <a:pt x="44925" y="209579"/>
                  <a:pt x="43516" y="214469"/>
                </a:cubicBezTo>
                <a:lnTo>
                  <a:pt x="38239" y="232950"/>
                </a:lnTo>
                <a:lnTo>
                  <a:pt x="71423" y="220183"/>
                </a:lnTo>
                <a:cubicBezTo>
                  <a:pt x="72884" y="219630"/>
                  <a:pt x="74436" y="219348"/>
                  <a:pt x="75988" y="219348"/>
                </a:cubicBezTo>
                <a:cubicBezTo>
                  <a:pt x="76893" y="219348"/>
                  <a:pt x="77811" y="219442"/>
                  <a:pt x="78703" y="219642"/>
                </a:cubicBezTo>
                <a:cubicBezTo>
                  <a:pt x="86437" y="221335"/>
                  <a:pt x="94131" y="222193"/>
                  <a:pt x="101580" y="222193"/>
                </a:cubicBezTo>
                <a:cubicBezTo>
                  <a:pt x="150578" y="222193"/>
                  <a:pt x="190447" y="189440"/>
                  <a:pt x="190447" y="149187"/>
                </a:cubicBezTo>
                <a:cubicBezTo>
                  <a:pt x="190447" y="108934"/>
                  <a:pt x="150578" y="76181"/>
                  <a:pt x="101580" y="76181"/>
                </a:cubicBezTo>
                <a:close/>
                <a:moveTo>
                  <a:pt x="101580" y="63484"/>
                </a:moveTo>
                <a:cubicBezTo>
                  <a:pt x="157665" y="63484"/>
                  <a:pt x="203146" y="101856"/>
                  <a:pt x="203146" y="149187"/>
                </a:cubicBezTo>
                <a:cubicBezTo>
                  <a:pt x="203146" y="196518"/>
                  <a:pt x="157665" y="234890"/>
                  <a:pt x="101580" y="234890"/>
                </a:cubicBezTo>
                <a:cubicBezTo>
                  <a:pt x="92708" y="234890"/>
                  <a:pt x="84173" y="233844"/>
                  <a:pt x="75988" y="232045"/>
                </a:cubicBezTo>
                <a:lnTo>
                  <a:pt x="19049" y="253935"/>
                </a:lnTo>
                <a:lnTo>
                  <a:pt x="31321" y="210990"/>
                </a:lnTo>
                <a:cubicBezTo>
                  <a:pt x="12052" y="195389"/>
                  <a:pt x="0" y="173499"/>
                  <a:pt x="0" y="149187"/>
                </a:cubicBezTo>
                <a:cubicBezTo>
                  <a:pt x="0" y="101856"/>
                  <a:pt x="45481" y="63484"/>
                  <a:pt x="101580" y="63484"/>
                </a:cubicBezTo>
                <a:close/>
                <a:moveTo>
                  <a:pt x="177748" y="0"/>
                </a:moveTo>
                <a:cubicBezTo>
                  <a:pt x="233860" y="0"/>
                  <a:pt x="279328" y="38373"/>
                  <a:pt x="279328" y="85703"/>
                </a:cubicBezTo>
                <a:cubicBezTo>
                  <a:pt x="279328" y="110015"/>
                  <a:pt x="267288" y="131905"/>
                  <a:pt x="248007" y="147506"/>
                </a:cubicBezTo>
                <a:lnTo>
                  <a:pt x="260279" y="190451"/>
                </a:lnTo>
                <a:lnTo>
                  <a:pt x="212225" y="171971"/>
                </a:lnTo>
                <a:cubicBezTo>
                  <a:pt x="213376" y="167856"/>
                  <a:pt x="214320" y="163671"/>
                  <a:pt x="214837" y="159368"/>
                </a:cubicBezTo>
                <a:lnTo>
                  <a:pt x="241089" y="169466"/>
                </a:lnTo>
                <a:lnTo>
                  <a:pt x="235799" y="150986"/>
                </a:lnTo>
                <a:cubicBezTo>
                  <a:pt x="234403" y="146107"/>
                  <a:pt x="236071" y="140840"/>
                  <a:pt x="240028" y="137631"/>
                </a:cubicBezTo>
                <a:cubicBezTo>
                  <a:pt x="257189" y="123746"/>
                  <a:pt x="266629" y="105313"/>
                  <a:pt x="266629" y="85703"/>
                </a:cubicBezTo>
                <a:cubicBezTo>
                  <a:pt x="266629" y="45450"/>
                  <a:pt x="226760" y="12697"/>
                  <a:pt x="177748" y="12697"/>
                </a:cubicBezTo>
                <a:cubicBezTo>
                  <a:pt x="144100" y="12697"/>
                  <a:pt x="114770" y="28145"/>
                  <a:pt x="99679" y="50858"/>
                </a:cubicBezTo>
                <a:cubicBezTo>
                  <a:pt x="94480" y="50928"/>
                  <a:pt x="89385" y="51340"/>
                  <a:pt x="84380" y="51986"/>
                </a:cubicBezTo>
                <a:cubicBezTo>
                  <a:pt x="99899" y="21408"/>
                  <a:pt x="135862" y="0"/>
                  <a:pt x="177748" y="0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US" sz="101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3832688-8F75-4834-9C99-E323FBD456F8}"/>
              </a:ext>
            </a:extLst>
          </p:cNvPr>
          <p:cNvSpPr/>
          <p:nvPr userDrawn="1"/>
        </p:nvSpPr>
        <p:spPr>
          <a:xfrm>
            <a:off x="11172873" y="4897086"/>
            <a:ext cx="152360" cy="209475"/>
          </a:xfrm>
          <a:custGeom>
            <a:avLst/>
            <a:gdLst>
              <a:gd name="connsiteX0" fmla="*/ 199640 w 203146"/>
              <a:gd name="connsiteY0" fmla="*/ 631 h 279300"/>
              <a:gd name="connsiteX1" fmla="*/ 202474 w 203146"/>
              <a:gd name="connsiteY1" fmla="*/ 9154 h 279300"/>
              <a:gd name="connsiteX2" fmla="*/ 169535 w 203146"/>
              <a:gd name="connsiteY2" fmla="*/ 41601 h 279300"/>
              <a:gd name="connsiteX3" fmla="*/ 117778 w 203146"/>
              <a:gd name="connsiteY3" fmla="*/ 37398 h 279300"/>
              <a:gd name="connsiteX4" fmla="*/ 88305 w 203146"/>
              <a:gd name="connsiteY4" fmla="*/ 34972 h 279300"/>
              <a:gd name="connsiteX5" fmla="*/ 76950 w 203146"/>
              <a:gd name="connsiteY5" fmla="*/ 51123 h 279300"/>
              <a:gd name="connsiteX6" fmla="*/ 139665 w 203146"/>
              <a:gd name="connsiteY6" fmla="*/ 120583 h 279300"/>
              <a:gd name="connsiteX7" fmla="*/ 139665 w 203146"/>
              <a:gd name="connsiteY7" fmla="*/ 209464 h 279300"/>
              <a:gd name="connsiteX8" fmla="*/ 69837 w 203146"/>
              <a:gd name="connsiteY8" fmla="*/ 279300 h 279300"/>
              <a:gd name="connsiteX9" fmla="*/ 0 w 203146"/>
              <a:gd name="connsiteY9" fmla="*/ 209464 h 279300"/>
              <a:gd name="connsiteX10" fmla="*/ 0 w 203146"/>
              <a:gd name="connsiteY10" fmla="*/ 120583 h 279300"/>
              <a:gd name="connsiteX11" fmla="*/ 64028 w 203146"/>
              <a:gd name="connsiteY11" fmla="*/ 51059 h 279300"/>
              <a:gd name="connsiteX12" fmla="*/ 81636 w 203146"/>
              <a:gd name="connsiteY12" fmla="*/ 24165 h 279300"/>
              <a:gd name="connsiteX13" fmla="*/ 123455 w 203146"/>
              <a:gd name="connsiteY13" fmla="*/ 26033 h 279300"/>
              <a:gd name="connsiteX14" fmla="*/ 191120 w 203146"/>
              <a:gd name="connsiteY14" fmla="*/ 3485 h 279300"/>
              <a:gd name="connsiteX15" fmla="*/ 199640 w 203146"/>
              <a:gd name="connsiteY15" fmla="*/ 631 h 279300"/>
              <a:gd name="connsiteX16" fmla="*/ 63480 w 203146"/>
              <a:gd name="connsiteY16" fmla="*/ 63824 h 279300"/>
              <a:gd name="connsiteX17" fmla="*/ 12696 w 203146"/>
              <a:gd name="connsiteY17" fmla="*/ 120583 h 279300"/>
              <a:gd name="connsiteX18" fmla="*/ 12696 w 203146"/>
              <a:gd name="connsiteY18" fmla="*/ 126940 h 279300"/>
              <a:gd name="connsiteX19" fmla="*/ 63480 w 203146"/>
              <a:gd name="connsiteY19" fmla="*/ 126940 h 279300"/>
              <a:gd name="connsiteX20" fmla="*/ 63480 w 203146"/>
              <a:gd name="connsiteY20" fmla="*/ 63824 h 279300"/>
              <a:gd name="connsiteX21" fmla="*/ 76185 w 203146"/>
              <a:gd name="connsiteY21" fmla="*/ 63824 h 279300"/>
              <a:gd name="connsiteX22" fmla="*/ 76185 w 203146"/>
              <a:gd name="connsiteY22" fmla="*/ 126940 h 279300"/>
              <a:gd name="connsiteX23" fmla="*/ 126969 w 203146"/>
              <a:gd name="connsiteY23" fmla="*/ 126940 h 279300"/>
              <a:gd name="connsiteX24" fmla="*/ 126969 w 203146"/>
              <a:gd name="connsiteY24" fmla="*/ 120583 h 279300"/>
              <a:gd name="connsiteX25" fmla="*/ 76185 w 203146"/>
              <a:gd name="connsiteY25" fmla="*/ 63824 h 279300"/>
              <a:gd name="connsiteX26" fmla="*/ 12696 w 203146"/>
              <a:gd name="connsiteY26" fmla="*/ 139628 h 279300"/>
              <a:gd name="connsiteX27" fmla="*/ 12696 w 203146"/>
              <a:gd name="connsiteY27" fmla="*/ 209464 h 279300"/>
              <a:gd name="connsiteX28" fmla="*/ 69837 w 203146"/>
              <a:gd name="connsiteY28" fmla="*/ 266599 h 279300"/>
              <a:gd name="connsiteX29" fmla="*/ 126969 w 203146"/>
              <a:gd name="connsiteY29" fmla="*/ 209464 h 279300"/>
              <a:gd name="connsiteX30" fmla="*/ 126969 w 203146"/>
              <a:gd name="connsiteY30" fmla="*/ 139628 h 279300"/>
              <a:gd name="connsiteX31" fmla="*/ 12696 w 203146"/>
              <a:gd name="connsiteY31" fmla="*/ 139628 h 27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03146" h="279300">
                <a:moveTo>
                  <a:pt x="199640" y="631"/>
                </a:moveTo>
                <a:cubicBezTo>
                  <a:pt x="202777" y="2214"/>
                  <a:pt x="204042" y="6015"/>
                  <a:pt x="202474" y="9154"/>
                </a:cubicBezTo>
                <a:cubicBezTo>
                  <a:pt x="195068" y="23970"/>
                  <a:pt x="184451" y="35802"/>
                  <a:pt x="169535" y="41601"/>
                </a:cubicBezTo>
                <a:cubicBezTo>
                  <a:pt x="157349" y="46349"/>
                  <a:pt x="141904" y="49450"/>
                  <a:pt x="117778" y="37398"/>
                </a:cubicBezTo>
                <a:cubicBezTo>
                  <a:pt x="103400" y="30210"/>
                  <a:pt x="97374" y="29367"/>
                  <a:pt x="88305" y="34972"/>
                </a:cubicBezTo>
                <a:cubicBezTo>
                  <a:pt x="82089" y="38812"/>
                  <a:pt x="78415" y="45143"/>
                  <a:pt x="76950" y="51123"/>
                </a:cubicBezTo>
                <a:cubicBezTo>
                  <a:pt x="112176" y="54691"/>
                  <a:pt x="139665" y="84426"/>
                  <a:pt x="139665" y="120583"/>
                </a:cubicBezTo>
                <a:lnTo>
                  <a:pt x="139665" y="209464"/>
                </a:lnTo>
                <a:cubicBezTo>
                  <a:pt x="139665" y="248034"/>
                  <a:pt x="108398" y="279300"/>
                  <a:pt x="69837" y="279300"/>
                </a:cubicBezTo>
                <a:cubicBezTo>
                  <a:pt x="31268" y="279300"/>
                  <a:pt x="0" y="248034"/>
                  <a:pt x="0" y="209464"/>
                </a:cubicBezTo>
                <a:lnTo>
                  <a:pt x="0" y="120583"/>
                </a:lnTo>
                <a:cubicBezTo>
                  <a:pt x="0" y="83985"/>
                  <a:pt x="28188" y="54004"/>
                  <a:pt x="64028" y="51059"/>
                </a:cubicBezTo>
                <a:cubicBezTo>
                  <a:pt x="65832" y="40083"/>
                  <a:pt x="72312" y="29938"/>
                  <a:pt x="81636" y="24165"/>
                </a:cubicBezTo>
                <a:cubicBezTo>
                  <a:pt x="90714" y="18573"/>
                  <a:pt x="103844" y="14966"/>
                  <a:pt x="123455" y="26033"/>
                </a:cubicBezTo>
                <a:cubicBezTo>
                  <a:pt x="157906" y="45467"/>
                  <a:pt x="176865" y="25228"/>
                  <a:pt x="191120" y="3485"/>
                </a:cubicBezTo>
                <a:cubicBezTo>
                  <a:pt x="193047" y="540"/>
                  <a:pt x="196495" y="-926"/>
                  <a:pt x="199640" y="631"/>
                </a:cubicBezTo>
                <a:close/>
                <a:moveTo>
                  <a:pt x="63480" y="63824"/>
                </a:moveTo>
                <a:cubicBezTo>
                  <a:pt x="34914" y="66990"/>
                  <a:pt x="12696" y="91185"/>
                  <a:pt x="12696" y="120583"/>
                </a:cubicBezTo>
                <a:lnTo>
                  <a:pt x="12696" y="126940"/>
                </a:lnTo>
                <a:lnTo>
                  <a:pt x="63480" y="126940"/>
                </a:lnTo>
                <a:lnTo>
                  <a:pt x="63480" y="63824"/>
                </a:lnTo>
                <a:close/>
                <a:moveTo>
                  <a:pt x="76185" y="63824"/>
                </a:moveTo>
                <a:lnTo>
                  <a:pt x="76185" y="126940"/>
                </a:lnTo>
                <a:lnTo>
                  <a:pt x="126969" y="126940"/>
                </a:lnTo>
                <a:lnTo>
                  <a:pt x="126969" y="120583"/>
                </a:lnTo>
                <a:cubicBezTo>
                  <a:pt x="126969" y="91185"/>
                  <a:pt x="104751" y="66990"/>
                  <a:pt x="76185" y="63824"/>
                </a:cubicBezTo>
                <a:close/>
                <a:moveTo>
                  <a:pt x="12696" y="139628"/>
                </a:moveTo>
                <a:lnTo>
                  <a:pt x="12696" y="209464"/>
                </a:lnTo>
                <a:cubicBezTo>
                  <a:pt x="12696" y="241029"/>
                  <a:pt x="38277" y="266599"/>
                  <a:pt x="69837" y="266599"/>
                </a:cubicBezTo>
                <a:cubicBezTo>
                  <a:pt x="101388" y="266599"/>
                  <a:pt x="126969" y="241029"/>
                  <a:pt x="126969" y="209464"/>
                </a:cubicBezTo>
                <a:cubicBezTo>
                  <a:pt x="126969" y="209464"/>
                  <a:pt x="126969" y="139628"/>
                  <a:pt x="126969" y="139628"/>
                </a:cubicBezTo>
                <a:lnTo>
                  <a:pt x="12696" y="139628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US" sz="101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B91B1E4-0B05-471B-8CB4-A52807CD6972}"/>
              </a:ext>
            </a:extLst>
          </p:cNvPr>
          <p:cNvSpPr txBox="1">
            <a:spLocks/>
          </p:cNvSpPr>
          <p:nvPr userDrawn="1"/>
        </p:nvSpPr>
        <p:spPr>
          <a:xfrm>
            <a:off x="8010472" y="4069033"/>
            <a:ext cx="3001417" cy="1037528"/>
          </a:xfrm>
          <a:prstGeom prst="rect">
            <a:avLst/>
          </a:prstGeom>
        </p:spPr>
        <p:txBody>
          <a:bodyPr vert="horz" lIns="68580" tIns="34290" rIns="68580" bIns="3429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68580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100" b="1">
                <a:solidFill>
                  <a:schemeClr val="tx1"/>
                </a:solidFill>
                <a:latin typeface="Calibri Light" panose="020F0302020204030204"/>
                <a:ea typeface="Roboto" panose="02000000000000000000" pitchFamily="2" charset="0"/>
              </a:rPr>
              <a:t>India, Germany, Japan, USA &amp; China</a:t>
            </a:r>
          </a:p>
          <a:p>
            <a:pPr marL="0" indent="0" algn="r" defTabSz="68580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100" b="1">
                <a:solidFill>
                  <a:schemeClr val="tx1"/>
                </a:solidFill>
                <a:latin typeface="Calibri Light" panose="020F0302020204030204"/>
                <a:ea typeface="Roboto" panose="02000000000000000000" pitchFamily="2" charset="0"/>
              </a:rPr>
              <a:t>+91 44 6666 9600</a:t>
            </a:r>
          </a:p>
          <a:p>
            <a:pPr marL="0" indent="0" algn="r" defTabSz="68580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100" b="1" u="sng">
                <a:solidFill>
                  <a:schemeClr val="tx1"/>
                </a:solidFill>
                <a:latin typeface="Calibri Light" panose="020F0302020204030204"/>
                <a:ea typeface="Roboto" panose="02000000000000000000" pitchFamily="2" charset="0"/>
              </a:rPr>
              <a:t>www.jasmin-infotech.com</a:t>
            </a:r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A081058F-3133-4197-B807-FC6CB78CE2B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5660041" cy="4561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3E6B2BDD-7865-4F6F-B5D7-A4B5A52B7464}"/>
              </a:ext>
            </a:extLst>
          </p:cNvPr>
          <p:cNvSpPr/>
          <p:nvPr userDrawn="1"/>
        </p:nvSpPr>
        <p:spPr>
          <a:xfrm rot="5400000">
            <a:off x="-467508" y="4483021"/>
            <a:ext cx="1972910" cy="1037896"/>
          </a:xfrm>
          <a:prstGeom prst="triangl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 descr="A picture containing text, font, logo, graphics&#10;&#10;Description automatically generated">
            <a:extLst>
              <a:ext uri="{FF2B5EF4-FFF2-40B4-BE49-F238E27FC236}">
                <a16:creationId xmlns:a16="http://schemas.microsoft.com/office/drawing/2014/main" id="{F8BB3D50-38BC-132C-82A7-E5447A2A645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9253" y="195459"/>
            <a:ext cx="1855980" cy="149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994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A1D1BC-3BF8-4FCC-BF21-07D616F2B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11023-BBB9-4E1B-95EF-F874370A7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AD75D-4AC3-4D94-8260-13C2633BD6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735547-B499-4273-BF07-F756EAEC2F73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22C2E77A-5381-4121-9A7B-139FB8F4E5F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905000" y="6650257"/>
            <a:ext cx="236220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en-US" sz="700" b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CONFIDENTIAL : JI Internal Use Only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E25A6030-3380-4898-819C-D2BD1C73746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650257"/>
            <a:ext cx="205740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en-US" sz="700" b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©2024 Jasmin Infotech</a:t>
            </a:r>
            <a:r>
              <a:rPr lang="en-US" sz="7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Private Limited</a:t>
            </a:r>
            <a:endParaRPr lang="en-US" sz="700" b="1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C95BBBE-8BDA-46C2-B17F-5F1D256C0269}"/>
              </a:ext>
            </a:extLst>
          </p:cNvPr>
          <p:cNvCxnSpPr/>
          <p:nvPr userDrawn="1"/>
        </p:nvCxnSpPr>
        <p:spPr>
          <a:xfrm>
            <a:off x="2057400" y="6629400"/>
            <a:ext cx="0" cy="22860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9046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91" r:id="rId2"/>
    <p:sldLayoutId id="2147483678" r:id="rId3"/>
    <p:sldLayoutId id="2147483692" r:id="rId4"/>
    <p:sldLayoutId id="2147483674" r:id="rId5"/>
    <p:sldLayoutId id="2147483690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1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1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2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diagramLayout" Target="../diagrams/layout4.xml"/><Relationship Id="rId18" Type="http://schemas.openxmlformats.org/officeDocument/2006/relationships/diagramLayout" Target="../diagrams/layout5.xml"/><Relationship Id="rId26" Type="http://schemas.microsoft.com/office/2007/relationships/diagramDrawing" Target="../diagrams/drawing6.xml"/><Relationship Id="rId39" Type="http://schemas.openxmlformats.org/officeDocument/2006/relationships/diagramQuickStyle" Target="../diagrams/quickStyle9.xml"/><Relationship Id="rId21" Type="http://schemas.microsoft.com/office/2007/relationships/diagramDrawing" Target="../diagrams/drawing5.xml"/><Relationship Id="rId34" Type="http://schemas.openxmlformats.org/officeDocument/2006/relationships/diagramQuickStyle" Target="../diagrams/quickStyle8.xml"/><Relationship Id="rId42" Type="http://schemas.openxmlformats.org/officeDocument/2006/relationships/diagramData" Target="../diagrams/data10.xml"/><Relationship Id="rId47" Type="http://schemas.openxmlformats.org/officeDocument/2006/relationships/diagramData" Target="../diagrams/data11.xml"/><Relationship Id="rId50" Type="http://schemas.openxmlformats.org/officeDocument/2006/relationships/diagramColors" Target="../diagrams/colors11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6" Type="http://schemas.microsoft.com/office/2007/relationships/diagramDrawing" Target="../diagrams/drawing4.xml"/><Relationship Id="rId29" Type="http://schemas.openxmlformats.org/officeDocument/2006/relationships/diagramQuickStyle" Target="../diagrams/quickStyle7.xml"/><Relationship Id="rId11" Type="http://schemas.microsoft.com/office/2007/relationships/diagramDrawing" Target="../diagrams/drawing3.xml"/><Relationship Id="rId24" Type="http://schemas.openxmlformats.org/officeDocument/2006/relationships/diagramQuickStyle" Target="../diagrams/quickStyle6.xml"/><Relationship Id="rId32" Type="http://schemas.openxmlformats.org/officeDocument/2006/relationships/diagramData" Target="../diagrams/data8.xml"/><Relationship Id="rId37" Type="http://schemas.openxmlformats.org/officeDocument/2006/relationships/diagramData" Target="../diagrams/data9.xml"/><Relationship Id="rId40" Type="http://schemas.openxmlformats.org/officeDocument/2006/relationships/diagramColors" Target="../diagrams/colors9.xml"/><Relationship Id="rId45" Type="http://schemas.openxmlformats.org/officeDocument/2006/relationships/diagramColors" Target="../diagrams/colors10.xml"/><Relationship Id="rId53" Type="http://schemas.openxmlformats.org/officeDocument/2006/relationships/image" Target="../media/image20.svg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19" Type="http://schemas.openxmlformats.org/officeDocument/2006/relationships/diagramQuickStyle" Target="../diagrams/quickStyle5.xml"/><Relationship Id="rId31" Type="http://schemas.microsoft.com/office/2007/relationships/diagramDrawing" Target="../diagrams/drawing7.xml"/><Relationship Id="rId44" Type="http://schemas.openxmlformats.org/officeDocument/2006/relationships/diagramQuickStyle" Target="../diagrams/quickStyle10.xml"/><Relationship Id="rId52" Type="http://schemas.openxmlformats.org/officeDocument/2006/relationships/image" Target="../media/image19.png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Relationship Id="rId14" Type="http://schemas.openxmlformats.org/officeDocument/2006/relationships/diagramQuickStyle" Target="../diagrams/quickStyle4.xml"/><Relationship Id="rId22" Type="http://schemas.openxmlformats.org/officeDocument/2006/relationships/diagramData" Target="../diagrams/data6.xml"/><Relationship Id="rId27" Type="http://schemas.openxmlformats.org/officeDocument/2006/relationships/diagramData" Target="../diagrams/data7.xml"/><Relationship Id="rId30" Type="http://schemas.openxmlformats.org/officeDocument/2006/relationships/diagramColors" Target="../diagrams/colors7.xml"/><Relationship Id="rId35" Type="http://schemas.openxmlformats.org/officeDocument/2006/relationships/diagramColors" Target="../diagrams/colors8.xml"/><Relationship Id="rId43" Type="http://schemas.openxmlformats.org/officeDocument/2006/relationships/diagramLayout" Target="../diagrams/layout10.xml"/><Relationship Id="rId48" Type="http://schemas.openxmlformats.org/officeDocument/2006/relationships/diagramLayout" Target="../diagrams/layout11.xml"/><Relationship Id="rId8" Type="http://schemas.openxmlformats.org/officeDocument/2006/relationships/diagramLayout" Target="../diagrams/layout3.xml"/><Relationship Id="rId51" Type="http://schemas.microsoft.com/office/2007/relationships/diagramDrawing" Target="../diagrams/drawing11.xml"/><Relationship Id="rId3" Type="http://schemas.openxmlformats.org/officeDocument/2006/relationships/diagramLayout" Target="../diagrams/layout2.xml"/><Relationship Id="rId12" Type="http://schemas.openxmlformats.org/officeDocument/2006/relationships/diagramData" Target="../diagrams/data4.xml"/><Relationship Id="rId17" Type="http://schemas.openxmlformats.org/officeDocument/2006/relationships/diagramData" Target="../diagrams/data5.xml"/><Relationship Id="rId25" Type="http://schemas.openxmlformats.org/officeDocument/2006/relationships/diagramColors" Target="../diagrams/colors6.xml"/><Relationship Id="rId33" Type="http://schemas.openxmlformats.org/officeDocument/2006/relationships/diagramLayout" Target="../diagrams/layout8.xml"/><Relationship Id="rId38" Type="http://schemas.openxmlformats.org/officeDocument/2006/relationships/diagramLayout" Target="../diagrams/layout9.xml"/><Relationship Id="rId46" Type="http://schemas.microsoft.com/office/2007/relationships/diagramDrawing" Target="../diagrams/drawing10.xml"/><Relationship Id="rId20" Type="http://schemas.openxmlformats.org/officeDocument/2006/relationships/diagramColors" Target="../diagrams/colors5.xml"/><Relationship Id="rId41" Type="http://schemas.microsoft.com/office/2007/relationships/diagramDrawing" Target="../diagrams/drawing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15" Type="http://schemas.openxmlformats.org/officeDocument/2006/relationships/diagramColors" Target="../diagrams/colors4.xml"/><Relationship Id="rId23" Type="http://schemas.openxmlformats.org/officeDocument/2006/relationships/diagramLayout" Target="../diagrams/layout6.xml"/><Relationship Id="rId28" Type="http://schemas.openxmlformats.org/officeDocument/2006/relationships/diagramLayout" Target="../diagrams/layout7.xml"/><Relationship Id="rId36" Type="http://schemas.microsoft.com/office/2007/relationships/diagramDrawing" Target="../diagrams/drawing8.xml"/><Relationship Id="rId49" Type="http://schemas.openxmlformats.org/officeDocument/2006/relationships/diagramQuickStyle" Target="../diagrams/quickStyle1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svg"/><Relationship Id="rId7" Type="http://schemas.openxmlformats.org/officeDocument/2006/relationships/image" Target="../media/image31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0.png"/><Relationship Id="rId5" Type="http://schemas.openxmlformats.org/officeDocument/2006/relationships/image" Target="../media/image29.svg"/><Relationship Id="rId10" Type="http://schemas.openxmlformats.org/officeDocument/2006/relationships/image" Target="../media/image20.svg"/><Relationship Id="rId4" Type="http://schemas.openxmlformats.org/officeDocument/2006/relationships/image" Target="../media/image28.png"/><Relationship Id="rId9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34.png"/><Relationship Id="rId7" Type="http://schemas.openxmlformats.org/officeDocument/2006/relationships/image" Target="../media/image19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v_ABLktEwRU?feature=shared" TargetMode="External"/><Relationship Id="rId7" Type="http://schemas.openxmlformats.org/officeDocument/2006/relationships/image" Target="../media/image41.svg"/><Relationship Id="rId2" Type="http://schemas.openxmlformats.org/officeDocument/2006/relationships/hyperlink" Target="https://www.youtube.com/watch?v=3WqDbU_Xnu4&amp;list=PLsyeobzWxl7rRyGcqgZ3MP5pWGPwUvprI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0.png"/><Relationship Id="rId5" Type="http://schemas.openxmlformats.org/officeDocument/2006/relationships/hyperlink" Target="https://www.atlassian.com/microservices/microservices-architecture" TargetMode="External"/><Relationship Id="rId4" Type="http://schemas.openxmlformats.org/officeDocument/2006/relationships/hyperlink" Target="https://middleware.io/blog/microservices-architecture/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01" TargetMode="External"/><Relationship Id="rId2" Type="http://schemas.openxmlformats.org/officeDocument/2006/relationships/hyperlink" Target="http://auth-service:8001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E74804-7A65-49B5-A06B-DEC0F477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1</a:t>
            </a:fld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91F374-12C3-45EB-99A5-33CBA53EFC64}"/>
              </a:ext>
            </a:extLst>
          </p:cNvPr>
          <p:cNvSpPr/>
          <p:nvPr/>
        </p:nvSpPr>
        <p:spPr>
          <a:xfrm>
            <a:off x="1625796" y="4313103"/>
            <a:ext cx="9206138" cy="120032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4000" b="1" i="1" u="sng">
                <a:solidFill>
                  <a:srgbClr val="000076"/>
                </a:solidFill>
                <a:ea typeface="Calibri"/>
                <a:cs typeface="Calibri"/>
              </a:rPr>
              <a:t>Application Architecture</a:t>
            </a:r>
          </a:p>
          <a:p>
            <a:pPr algn="ctr"/>
            <a:endParaRPr lang="en-US" sz="3200" b="1" i="1" u="none">
              <a:solidFill>
                <a:srgbClr val="000076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363DBC-5E53-43FA-9752-6560955ED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3735547-B499-4273-BF07-F756EAEC2F73}" type="slidenum">
              <a:rPr lang="en-IN" smtClean="0"/>
              <a:t>2</a:t>
            </a:fld>
            <a:endParaRPr lang="en-IN"/>
          </a:p>
        </p:txBody>
      </p:sp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783C755D-8F96-4D58-BB0F-4F57214EF7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6108321"/>
              </p:ext>
            </p:extLst>
          </p:nvPr>
        </p:nvGraphicFramePr>
        <p:xfrm>
          <a:off x="507521" y="1334264"/>
          <a:ext cx="10745614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1512">
                  <a:extLst>
                    <a:ext uri="{9D8B030D-6E8A-4147-A177-3AD203B41FA5}">
                      <a16:colId xmlns:a16="http://schemas.microsoft.com/office/drawing/2014/main" val="3784382849"/>
                    </a:ext>
                  </a:extLst>
                </a:gridCol>
                <a:gridCol w="1121433">
                  <a:extLst>
                    <a:ext uri="{9D8B030D-6E8A-4147-A177-3AD203B41FA5}">
                      <a16:colId xmlns:a16="http://schemas.microsoft.com/office/drawing/2014/main" val="1522957039"/>
                    </a:ext>
                  </a:extLst>
                </a:gridCol>
                <a:gridCol w="1754036">
                  <a:extLst>
                    <a:ext uri="{9D8B030D-6E8A-4147-A177-3AD203B41FA5}">
                      <a16:colId xmlns:a16="http://schemas.microsoft.com/office/drawing/2014/main" val="2502660885"/>
                    </a:ext>
                  </a:extLst>
                </a:gridCol>
                <a:gridCol w="1797169">
                  <a:extLst>
                    <a:ext uri="{9D8B030D-6E8A-4147-A177-3AD203B41FA5}">
                      <a16:colId xmlns:a16="http://schemas.microsoft.com/office/drawing/2014/main" val="1428713607"/>
                    </a:ext>
                  </a:extLst>
                </a:gridCol>
                <a:gridCol w="2350785">
                  <a:extLst>
                    <a:ext uri="{9D8B030D-6E8A-4147-A177-3AD203B41FA5}">
                      <a16:colId xmlns:a16="http://schemas.microsoft.com/office/drawing/2014/main" val="3273731546"/>
                    </a:ext>
                  </a:extLst>
                </a:gridCol>
                <a:gridCol w="1395143">
                  <a:extLst>
                    <a:ext uri="{9D8B030D-6E8A-4147-A177-3AD203B41FA5}">
                      <a16:colId xmlns:a16="http://schemas.microsoft.com/office/drawing/2014/main" val="2883479211"/>
                    </a:ext>
                  </a:extLst>
                </a:gridCol>
                <a:gridCol w="1445536">
                  <a:extLst>
                    <a:ext uri="{9D8B030D-6E8A-4147-A177-3AD203B41FA5}">
                      <a16:colId xmlns:a16="http://schemas.microsoft.com/office/drawing/2014/main" val="31958175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Times New Roman"/>
                        </a:rPr>
                        <a:t>S.No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Times New Roman"/>
                        </a:rPr>
                        <a:t>Ver.No</a:t>
                      </a: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Times New Roman"/>
                        </a:rPr>
                        <a:t>.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Times New Roman"/>
                        </a:rPr>
                        <a:t>Author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Times New Roman"/>
                        </a:rPr>
                        <a:t>Section(s) affected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Times New Roman"/>
                        </a:rPr>
                        <a:t>Change(s) made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Times New Roman"/>
                        </a:rPr>
                        <a:t>Approved date</a:t>
                      </a:r>
                      <a:r>
                        <a:rPr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cs typeface="Times New Roman"/>
                        </a:rPr>
                        <a:t> </a:t>
                      </a:r>
                      <a:endParaRPr kumimoji="0" 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Approved by</a:t>
                      </a: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2903188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/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/>
                        <a:t>Suruthi V</a:t>
                      </a:r>
                      <a:endParaRPr lang="en-US"/>
                    </a:p>
                    <a:p>
                      <a:pPr lvl="0" algn="l">
                        <a:buNone/>
                      </a:pPr>
                      <a:r>
                        <a:rPr lang="en-IN" sz="1200"/>
                        <a:t>Razeena Nilufar M </a:t>
                      </a:r>
                    </a:p>
                    <a:p>
                      <a:pPr lvl="0" algn="l">
                        <a:buNone/>
                      </a:pPr>
                      <a:r>
                        <a:rPr lang="en-IN" sz="1200"/>
                        <a:t>Nithishkumar 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/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/>
                        <a:t>Initial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845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1370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1B2A28-BF34-4A5E-B05C-DDD4D416C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4355" y="1051982"/>
            <a:ext cx="11335108" cy="513735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IN">
              <a:ea typeface="Calibri"/>
              <a:cs typeface="Calibri"/>
            </a:endParaRPr>
          </a:p>
          <a:p>
            <a:pPr marL="0" indent="0">
              <a:buNone/>
            </a:pPr>
            <a:endParaRPr lang="en-IN">
              <a:ea typeface="Calibri"/>
              <a:cs typeface="Calibri"/>
            </a:endParaRPr>
          </a:p>
          <a:p>
            <a:pPr marL="0" indent="0">
              <a:buNone/>
            </a:pPr>
            <a:endParaRPr lang="en-IN">
              <a:ea typeface="Calibri"/>
              <a:cs typeface="Calibri"/>
            </a:endParaRPr>
          </a:p>
          <a:p>
            <a:pPr marL="0" indent="0">
              <a:buNone/>
            </a:pPr>
            <a:endParaRPr lang="en-IN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843161-D0CA-4EAF-A37F-24E3C759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3735547-B499-4273-BF07-F756EAEC2F73}" type="slidenum">
              <a:rPr lang="en-IN" smtClean="0"/>
              <a:t>3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847CB4-D667-4E09-A362-2DCEBD874E1A}"/>
              </a:ext>
            </a:extLst>
          </p:cNvPr>
          <p:cNvSpPr txBox="1"/>
          <p:nvPr/>
        </p:nvSpPr>
        <p:spPr>
          <a:xfrm>
            <a:off x="448575" y="387200"/>
            <a:ext cx="1023037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en-US" sz="2800">
                <a:solidFill>
                  <a:srgbClr val="010086"/>
                </a:solidFill>
                <a:latin typeface="Century Gothic"/>
              </a:rPr>
              <a:t>Monolithic Architecture</a:t>
            </a:r>
          </a:p>
        </p:txBody>
      </p:sp>
      <p:pic>
        <p:nvPicPr>
          <p:cNvPr id="2" name="Picture 1" descr="What is Microservices Architecture? | PDFTables">
            <a:extLst>
              <a:ext uri="{FF2B5EF4-FFF2-40B4-BE49-F238E27FC236}">
                <a16:creationId xmlns:a16="http://schemas.microsoft.com/office/drawing/2014/main" id="{2A1B41B1-18D6-0776-1AFF-595D4C1E32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" t="10234" r="65859" b="1731"/>
          <a:stretch>
            <a:fillRect/>
          </a:stretch>
        </p:blipFill>
        <p:spPr>
          <a:xfrm>
            <a:off x="8196987" y="1271750"/>
            <a:ext cx="3132692" cy="51402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83DCF5A-6849-DE37-97CC-6E6E63F5CFCA}"/>
              </a:ext>
            </a:extLst>
          </p:cNvPr>
          <p:cNvSpPr txBox="1"/>
          <p:nvPr/>
        </p:nvSpPr>
        <p:spPr>
          <a:xfrm>
            <a:off x="451491" y="1216134"/>
            <a:ext cx="7005588" cy="427809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600">
                <a:latin typeface="Calibri"/>
                <a:ea typeface="Calibri"/>
                <a:cs typeface="Times New Roman"/>
              </a:rPr>
              <a:t>A Software Model where all the functionalities of an application are combined into a single, unified package and deployed on a server.</a:t>
            </a:r>
            <a:endParaRPr lang="en-US" sz="1600">
              <a:latin typeface="Calibri"/>
              <a:ea typeface="Calibri" panose="020F0502020204030204"/>
              <a:cs typeface="Calibri" panose="020F0502020204030204"/>
            </a:endParaRPr>
          </a:p>
          <a:p>
            <a:pPr algn="just"/>
            <a:endParaRPr lang="en-US" sz="1600">
              <a:latin typeface="Calibri"/>
              <a:ea typeface="Calibri"/>
              <a:cs typeface="Times New Roman"/>
            </a:endParaRPr>
          </a:p>
          <a:p>
            <a:pPr algn="just"/>
            <a:r>
              <a:rPr lang="en-US" sz="1600">
                <a:latin typeface="Calibri"/>
                <a:ea typeface="Calibri"/>
                <a:cs typeface="Times New Roman"/>
              </a:rPr>
              <a:t>One executable that encapsulates the entire application functionality.</a:t>
            </a:r>
          </a:p>
          <a:p>
            <a:pPr algn="just"/>
            <a:endParaRPr lang="en-US" sz="1600">
              <a:latin typeface="Calibri"/>
              <a:ea typeface="Calibri"/>
              <a:cs typeface="Times New Roman"/>
            </a:endParaRPr>
          </a:p>
          <a:p>
            <a:pPr algn="just"/>
            <a:r>
              <a:rPr lang="en-US" sz="1600" b="1">
                <a:latin typeface="Calibri"/>
                <a:ea typeface="Calibri"/>
                <a:cs typeface="Times New Roman"/>
              </a:rPr>
              <a:t>Features :</a:t>
            </a:r>
          </a:p>
          <a:p>
            <a:pPr algn="just"/>
            <a:endParaRPr lang="en-US" sz="600" b="1">
              <a:latin typeface="Calibri"/>
              <a:ea typeface="Calibri"/>
              <a:cs typeface="Times New Roman"/>
            </a:endParaRPr>
          </a:p>
          <a:p>
            <a:pPr marL="285750" indent="-285750" algn="just">
              <a:buFont typeface="Wingdings"/>
              <a:buChar char="Ø"/>
            </a:pPr>
            <a:r>
              <a:rPr lang="en-US" sz="1600">
                <a:latin typeface="Calibri"/>
                <a:ea typeface="Calibri"/>
                <a:cs typeface="Times New Roman"/>
              </a:rPr>
              <a:t>Single codebase -  All modules are developed and maintained in unified project structure</a:t>
            </a:r>
          </a:p>
          <a:p>
            <a:pPr marL="285750" indent="-285750" algn="just">
              <a:buFont typeface="Wingdings"/>
              <a:buChar char="Ø"/>
            </a:pPr>
            <a:r>
              <a:rPr lang="en-US" sz="1600">
                <a:latin typeface="Calibri"/>
                <a:ea typeface="Calibri"/>
                <a:cs typeface="Times New Roman"/>
              </a:rPr>
              <a:t>Unified Deployment – Entire application is built and deployed as a single package </a:t>
            </a:r>
          </a:p>
          <a:p>
            <a:pPr marL="285750" indent="-285750" algn="just">
              <a:buFont typeface="Wingdings"/>
              <a:buChar char="Ø"/>
            </a:pPr>
            <a:r>
              <a:rPr lang="en-US" sz="1600">
                <a:latin typeface="Calibri"/>
                <a:ea typeface="Calibri"/>
                <a:cs typeface="Times New Roman"/>
              </a:rPr>
              <a:t>Tightly Coupled components – All modules are interdependent</a:t>
            </a:r>
          </a:p>
          <a:p>
            <a:pPr marL="285750" indent="-285750" algn="just">
              <a:buFont typeface="Wingdings"/>
              <a:buChar char="Ø"/>
            </a:pPr>
            <a:r>
              <a:rPr lang="en-US" sz="1600">
                <a:latin typeface="Calibri"/>
                <a:ea typeface="+mn-lt"/>
                <a:cs typeface="+mn-lt"/>
              </a:rPr>
              <a:t>Shared Resources - Single Database</a:t>
            </a:r>
          </a:p>
          <a:p>
            <a:pPr marL="285750" indent="-285750" algn="just">
              <a:buFont typeface="Wingdings"/>
              <a:buChar char="Ø"/>
            </a:pPr>
            <a:endParaRPr lang="en-US" sz="1600">
              <a:latin typeface="Calibri"/>
              <a:ea typeface="Calibri"/>
              <a:cs typeface="Calibri"/>
            </a:endParaRPr>
          </a:p>
          <a:p>
            <a:pPr algn="just"/>
            <a:r>
              <a:rPr lang="en-US" sz="1600">
                <a:latin typeface="Calibri"/>
                <a:ea typeface="Calibri"/>
                <a:cs typeface="Calibri"/>
              </a:rPr>
              <a:t>Various Companies have evolved from monolithic architecture to microservices due to its </a:t>
            </a:r>
            <a:r>
              <a:rPr lang="en-US" sz="1600" b="1">
                <a:latin typeface="Calibri"/>
                <a:ea typeface="Calibri"/>
                <a:cs typeface="Calibri"/>
              </a:rPr>
              <a:t>scalability</a:t>
            </a:r>
            <a:r>
              <a:rPr lang="en-US" sz="1600">
                <a:latin typeface="Calibri"/>
                <a:ea typeface="Calibri"/>
                <a:cs typeface="Calibri"/>
              </a:rPr>
              <a:t> but still some major companies use monolithic architecture for its simplicity.</a:t>
            </a:r>
          </a:p>
        </p:txBody>
      </p:sp>
      <p:pic>
        <p:nvPicPr>
          <p:cNvPr id="1239" name="Picture 1238" descr="Basecamp tips and tricks to help you ...">
            <a:extLst>
              <a:ext uri="{FF2B5EF4-FFF2-40B4-BE49-F238E27FC236}">
                <a16:creationId xmlns:a16="http://schemas.microsoft.com/office/drawing/2014/main" id="{04B57A46-2FAF-E6F1-5F07-99841B5053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47" t="31522" r="1873" b="29535"/>
          <a:stretch>
            <a:fillRect/>
          </a:stretch>
        </p:blipFill>
        <p:spPr>
          <a:xfrm>
            <a:off x="826108" y="5728057"/>
            <a:ext cx="1694156" cy="491099"/>
          </a:xfrm>
          <a:prstGeom prst="rect">
            <a:avLst/>
          </a:prstGeom>
        </p:spPr>
      </p:pic>
      <p:pic>
        <p:nvPicPr>
          <p:cNvPr id="1240" name="Picture 1239" descr="Using our brand - Shopify India">
            <a:extLst>
              <a:ext uri="{FF2B5EF4-FFF2-40B4-BE49-F238E27FC236}">
                <a16:creationId xmlns:a16="http://schemas.microsoft.com/office/drawing/2014/main" id="{52A73A30-9923-DAE1-743E-1A51BA4807D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808" r="4014" b="14423"/>
          <a:stretch>
            <a:fillRect/>
          </a:stretch>
        </p:blipFill>
        <p:spPr>
          <a:xfrm>
            <a:off x="2877479" y="5724801"/>
            <a:ext cx="1507259" cy="477121"/>
          </a:xfrm>
          <a:prstGeom prst="rect">
            <a:avLst/>
          </a:prstGeom>
        </p:spPr>
      </p:pic>
      <p:sp>
        <p:nvSpPr>
          <p:cNvPr id="1243" name="TextBox 1242">
            <a:extLst>
              <a:ext uri="{FF2B5EF4-FFF2-40B4-BE49-F238E27FC236}">
                <a16:creationId xmlns:a16="http://schemas.microsoft.com/office/drawing/2014/main" id="{65EDD590-79AA-4C10-21F3-642CC1A37D2B}"/>
              </a:ext>
            </a:extLst>
          </p:cNvPr>
          <p:cNvSpPr txBox="1"/>
          <p:nvPr/>
        </p:nvSpPr>
        <p:spPr>
          <a:xfrm>
            <a:off x="4394547" y="5605265"/>
            <a:ext cx="268265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latin typeface="Calibri"/>
                <a:ea typeface="Calibri"/>
                <a:cs typeface="Calibri"/>
              </a:rPr>
              <a:t>Major Companies still using Monolithic</a:t>
            </a:r>
            <a:endParaRPr lang="en-US">
              <a:latin typeface="Calibri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0699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0EE00-BBF6-C668-E28E-2D3FF1645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AF676B-EAE4-1976-E2D5-B3FFB33DD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137" y="884969"/>
            <a:ext cx="11335108" cy="513735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IN">
              <a:ea typeface="Calibri"/>
              <a:cs typeface="Calibri"/>
            </a:endParaRPr>
          </a:p>
          <a:p>
            <a:pPr marL="0" indent="0">
              <a:buNone/>
            </a:pPr>
            <a:endParaRPr lang="en-IN">
              <a:ea typeface="Calibri"/>
              <a:cs typeface="Calibri"/>
            </a:endParaRPr>
          </a:p>
          <a:p>
            <a:pPr marL="0" indent="0">
              <a:buNone/>
            </a:pPr>
            <a:endParaRPr lang="en-IN">
              <a:ea typeface="Calibri"/>
              <a:cs typeface="Calibri"/>
            </a:endParaRPr>
          </a:p>
          <a:p>
            <a:pPr marL="0" indent="0">
              <a:buNone/>
            </a:pPr>
            <a:endParaRPr lang="en-IN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FAA696-6ABC-04F9-F429-3C46CBDAF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3735547-B499-4273-BF07-F756EAEC2F73}" type="slidenum">
              <a:rPr lang="en-IN" smtClean="0"/>
              <a:t>4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5DCD1C-CFC8-DE7A-2863-BECDDE995937}"/>
              </a:ext>
            </a:extLst>
          </p:cNvPr>
          <p:cNvSpPr txBox="1"/>
          <p:nvPr/>
        </p:nvSpPr>
        <p:spPr>
          <a:xfrm>
            <a:off x="448575" y="387200"/>
            <a:ext cx="1023037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en-US" sz="2800">
                <a:solidFill>
                  <a:srgbClr val="010086"/>
                </a:solidFill>
                <a:latin typeface="Century Gothic"/>
              </a:rPr>
              <a:t>Microservices Architecture</a:t>
            </a:r>
          </a:p>
        </p:txBody>
      </p:sp>
      <p:pic>
        <p:nvPicPr>
          <p:cNvPr id="3" name="Picture 2" descr="A diagram of a service and microservices&#10;&#10;AI-generated content may be incorrect.">
            <a:extLst>
              <a:ext uri="{FF2B5EF4-FFF2-40B4-BE49-F238E27FC236}">
                <a16:creationId xmlns:a16="http://schemas.microsoft.com/office/drawing/2014/main" id="{32FA35E4-69ED-D58B-66EF-5292621D2C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999" t="18152" r="1062" b="18140"/>
          <a:stretch>
            <a:fillRect/>
          </a:stretch>
        </p:blipFill>
        <p:spPr>
          <a:xfrm>
            <a:off x="7159650" y="1594250"/>
            <a:ext cx="4609798" cy="36812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8C13D85-5247-F2C8-AC3B-C995D00FA3B5}"/>
              </a:ext>
            </a:extLst>
          </p:cNvPr>
          <p:cNvSpPr txBox="1"/>
          <p:nvPr/>
        </p:nvSpPr>
        <p:spPr>
          <a:xfrm>
            <a:off x="470518" y="1409177"/>
            <a:ext cx="6689664" cy="34009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600">
                <a:latin typeface="Calibri"/>
                <a:ea typeface="+mn-lt"/>
                <a:cs typeface="+mn-lt"/>
              </a:rPr>
              <a:t>Microservice Architecture is a software development architecture model wherein a large, complex application is decomposed into a collection of loosely coupled, independently deployable, and domain-driven services, each encapsulating a specific functionality.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algn="just"/>
            <a:endParaRPr lang="en-US" sz="1600">
              <a:latin typeface="Calibri"/>
              <a:ea typeface="+mn-lt"/>
              <a:cs typeface="+mn-lt"/>
            </a:endParaRPr>
          </a:p>
          <a:p>
            <a:pPr algn="just"/>
            <a:r>
              <a:rPr lang="en-US" sz="1600" b="1">
                <a:latin typeface="Calibri"/>
                <a:ea typeface="+mn-lt"/>
                <a:cs typeface="+mn-lt"/>
              </a:rPr>
              <a:t>Features:</a:t>
            </a:r>
          </a:p>
          <a:p>
            <a:pPr algn="just"/>
            <a:endParaRPr lang="en-US" sz="600" b="1">
              <a:latin typeface="Calibri"/>
              <a:ea typeface="+mn-lt"/>
              <a:cs typeface="+mn-lt"/>
            </a:endParaRPr>
          </a:p>
          <a:p>
            <a:pPr marL="285750" indent="-285750" algn="just">
              <a:buFont typeface="Wingdings"/>
              <a:buChar char="Ø"/>
            </a:pPr>
            <a:r>
              <a:rPr lang="en-US" sz="1600">
                <a:latin typeface="Calibri"/>
                <a:ea typeface="+mn-lt"/>
                <a:cs typeface="+mn-lt"/>
              </a:rPr>
              <a:t>Small, independent, loosely coupled services</a:t>
            </a:r>
            <a:endParaRPr lang="en-US" sz="1600">
              <a:latin typeface="Calibri"/>
              <a:ea typeface="Calibri" panose="020F0502020204030204"/>
              <a:cs typeface="Calibri" panose="020F0502020204030204"/>
            </a:endParaRPr>
          </a:p>
          <a:p>
            <a:pPr marL="285750" indent="-285750" algn="just">
              <a:buFont typeface="Wingdings"/>
              <a:buChar char="Ø"/>
            </a:pPr>
            <a:r>
              <a:rPr lang="en-US" sz="1600">
                <a:latin typeface="Calibri"/>
                <a:ea typeface="+mn-lt"/>
                <a:cs typeface="+mn-lt"/>
              </a:rPr>
              <a:t>Decentralized data management – Separate Databases</a:t>
            </a:r>
          </a:p>
          <a:p>
            <a:pPr marL="285750" indent="-285750" algn="just">
              <a:buFont typeface="Wingdings"/>
              <a:buChar char="Ø"/>
            </a:pPr>
            <a:r>
              <a:rPr lang="en-US" sz="1600">
                <a:latin typeface="Calibri"/>
                <a:ea typeface="+mn-lt"/>
                <a:cs typeface="+mn-lt"/>
              </a:rPr>
              <a:t>Each service runs in its own process</a:t>
            </a:r>
            <a:endParaRPr lang="en-US" sz="1600">
              <a:latin typeface="Calibri"/>
              <a:ea typeface="Calibri" panose="020F0502020204030204"/>
              <a:cs typeface="Calibri" panose="020F0502020204030204"/>
            </a:endParaRPr>
          </a:p>
          <a:p>
            <a:pPr marL="285750" indent="-285750" algn="just">
              <a:buFont typeface="Wingdings"/>
              <a:buChar char="Ø"/>
            </a:pPr>
            <a:r>
              <a:rPr lang="en-US" sz="1600">
                <a:latin typeface="Calibri"/>
                <a:ea typeface="+mn-lt"/>
                <a:cs typeface="+mn-lt"/>
              </a:rPr>
              <a:t>Communicates via lightweight protocols (REST, Messaging)</a:t>
            </a:r>
            <a:endParaRPr lang="en-US" sz="1600">
              <a:latin typeface="Calibri"/>
              <a:ea typeface="Calibri" panose="020F0502020204030204"/>
              <a:cs typeface="Calibri" panose="020F0502020204030204"/>
            </a:endParaRPr>
          </a:p>
          <a:p>
            <a:pPr marL="285750" indent="-285750" algn="just">
              <a:buFont typeface="Wingdings"/>
              <a:buChar char="Ø"/>
            </a:pPr>
            <a:r>
              <a:rPr lang="en-US" sz="1600">
                <a:latin typeface="Calibri"/>
                <a:ea typeface="+mn-lt"/>
                <a:cs typeface="+mn-lt"/>
              </a:rPr>
              <a:t>Independent </a:t>
            </a:r>
            <a:r>
              <a:rPr lang="en-US" sz="1600" err="1">
                <a:latin typeface="Calibri"/>
                <a:ea typeface="+mn-lt"/>
                <a:cs typeface="+mn-lt"/>
              </a:rPr>
              <a:t>deployability</a:t>
            </a:r>
            <a:endParaRPr lang="en-US" sz="1600">
              <a:latin typeface="Calibri"/>
              <a:ea typeface="+mn-lt"/>
              <a:cs typeface="+mn-lt"/>
            </a:endParaRPr>
          </a:p>
          <a:p>
            <a:pPr marL="285750" indent="-285750" algn="just">
              <a:buFont typeface="Wingdings"/>
              <a:buChar char="Ø"/>
            </a:pPr>
            <a:r>
              <a:rPr lang="en-US" sz="1600">
                <a:latin typeface="Calibri"/>
                <a:ea typeface="+mn-lt"/>
                <a:cs typeface="+mn-lt"/>
              </a:rPr>
              <a:t>Scalable and resilient services</a:t>
            </a:r>
          </a:p>
          <a:p>
            <a:pPr marL="285750" indent="-285750" algn="just">
              <a:buFont typeface="Wingdings"/>
              <a:buChar char="Ø"/>
            </a:pPr>
            <a:endParaRPr lang="en-US" sz="1600">
              <a:latin typeface="Calibri"/>
              <a:ea typeface="+mn-lt"/>
              <a:cs typeface="+mn-lt"/>
            </a:endParaRPr>
          </a:p>
        </p:txBody>
      </p:sp>
      <p:pic>
        <p:nvPicPr>
          <p:cNvPr id="11" name="Picture 10" descr="Netflix - YouTube">
            <a:extLst>
              <a:ext uri="{FF2B5EF4-FFF2-40B4-BE49-F238E27FC236}">
                <a16:creationId xmlns:a16="http://schemas.microsoft.com/office/drawing/2014/main" id="{01ABABA1-25C7-1EB7-2149-E15F14B10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613" y="4840709"/>
            <a:ext cx="744518" cy="715581"/>
          </a:xfrm>
          <a:prstGeom prst="rect">
            <a:avLst/>
          </a:prstGeom>
        </p:spPr>
      </p:pic>
      <p:pic>
        <p:nvPicPr>
          <p:cNvPr id="13" name="Picture 12" descr="amazon logo png, amazon icon ...">
            <a:extLst>
              <a:ext uri="{FF2B5EF4-FFF2-40B4-BE49-F238E27FC236}">
                <a16:creationId xmlns:a16="http://schemas.microsoft.com/office/drawing/2014/main" id="{AAE39CBD-6331-566B-5CF0-1D4CBC7FC6C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512" t="14995" r="9254" b="11486"/>
          <a:stretch>
            <a:fillRect/>
          </a:stretch>
        </p:blipFill>
        <p:spPr>
          <a:xfrm>
            <a:off x="1407705" y="4775354"/>
            <a:ext cx="1221078" cy="49359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5F76ADC-446E-1C50-F68A-4ADB5BE1C640}"/>
              </a:ext>
            </a:extLst>
          </p:cNvPr>
          <p:cNvSpPr txBox="1"/>
          <p:nvPr/>
        </p:nvSpPr>
        <p:spPr>
          <a:xfrm>
            <a:off x="4104783" y="4802832"/>
            <a:ext cx="29123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latin typeface="Calibri"/>
                <a:ea typeface="Calibri"/>
                <a:cs typeface="Calibri"/>
              </a:rPr>
              <a:t>Major Companies migrating towards microservices architecture </a:t>
            </a:r>
            <a:endParaRPr lang="en-US">
              <a:latin typeface="Calibri"/>
              <a:ea typeface="Calibri"/>
              <a:cs typeface="Times New Roman"/>
            </a:endParaRPr>
          </a:p>
        </p:txBody>
      </p:sp>
      <p:pic>
        <p:nvPicPr>
          <p:cNvPr id="38" name="Picture 37" descr="eBay - Wikipedia">
            <a:extLst>
              <a:ext uri="{FF2B5EF4-FFF2-40B4-BE49-F238E27FC236}">
                <a16:creationId xmlns:a16="http://schemas.microsoft.com/office/drawing/2014/main" id="{B759FA3E-8755-5103-EA7E-653C07FC47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1340" y="5550204"/>
            <a:ext cx="865732" cy="340030"/>
          </a:xfrm>
          <a:prstGeom prst="rect">
            <a:avLst/>
          </a:prstGeom>
        </p:spPr>
      </p:pic>
      <p:pic>
        <p:nvPicPr>
          <p:cNvPr id="39" name="Picture 38" descr="Download Uber Logo in SVG Vector or PNG ...">
            <a:extLst>
              <a:ext uri="{FF2B5EF4-FFF2-40B4-BE49-F238E27FC236}">
                <a16:creationId xmlns:a16="http://schemas.microsoft.com/office/drawing/2014/main" id="{83C4F2FE-F2BA-0614-49E5-3FBA31642E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833" y="5010477"/>
            <a:ext cx="771787" cy="521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908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C26AA-CF84-F503-53F5-9203349DF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505B2F-9FEC-F8A8-5028-0B17EFA8C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240329" y="978914"/>
            <a:ext cx="18005217" cy="513735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IN">
              <a:ea typeface="Calibri"/>
              <a:cs typeface="Calibri"/>
            </a:endParaRPr>
          </a:p>
          <a:p>
            <a:pPr marL="0" indent="0">
              <a:buNone/>
            </a:pPr>
            <a:endParaRPr lang="en-IN">
              <a:ea typeface="Calibri"/>
              <a:cs typeface="Calibri"/>
            </a:endParaRPr>
          </a:p>
          <a:p>
            <a:pPr marL="0" indent="0">
              <a:buNone/>
            </a:pPr>
            <a:endParaRPr lang="en-IN">
              <a:ea typeface="Calibri"/>
              <a:cs typeface="Calibri"/>
            </a:endParaRPr>
          </a:p>
          <a:p>
            <a:pPr marL="0" indent="0">
              <a:buNone/>
            </a:pPr>
            <a:endParaRPr lang="en-IN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547659-B516-33AA-D105-E9220895B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3735547-B499-4273-BF07-F756EAEC2F73}" type="slidenum">
              <a:rPr lang="en-IN" smtClean="0"/>
              <a:t>5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952FE0-19BB-E59A-C39D-19A9441D8C7B}"/>
              </a:ext>
            </a:extLst>
          </p:cNvPr>
          <p:cNvSpPr txBox="1"/>
          <p:nvPr/>
        </p:nvSpPr>
        <p:spPr>
          <a:xfrm>
            <a:off x="448575" y="387200"/>
            <a:ext cx="1023037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en-US" sz="2800">
                <a:solidFill>
                  <a:srgbClr val="010086"/>
                </a:solidFill>
                <a:latin typeface="Century Gothic"/>
              </a:rPr>
              <a:t>Why migrating from Monolith to Microservices </a:t>
            </a:r>
            <a:r>
              <a:rPr lang="en-US" sz="2800">
                <a:solidFill>
                  <a:srgbClr val="010086"/>
                </a:solidFill>
                <a:latin typeface="Times New Roman"/>
                <a:cs typeface="Times New Roman"/>
              </a:rPr>
              <a:t>?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26A4AEC-F3F4-332B-6758-10A2AF046D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00842506"/>
              </p:ext>
            </p:extLst>
          </p:nvPr>
        </p:nvGraphicFramePr>
        <p:xfrm>
          <a:off x="3047755" y="1473296"/>
          <a:ext cx="8581516" cy="47579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38" name="Arrow: Right 137">
            <a:extLst>
              <a:ext uri="{FF2B5EF4-FFF2-40B4-BE49-F238E27FC236}">
                <a16:creationId xmlns:a16="http://schemas.microsoft.com/office/drawing/2014/main" id="{60B7F184-4DC1-EA08-899C-0671A36B17B5}"/>
              </a:ext>
            </a:extLst>
          </p:cNvPr>
          <p:cNvSpPr/>
          <p:nvPr/>
        </p:nvSpPr>
        <p:spPr>
          <a:xfrm>
            <a:off x="171232" y="3117382"/>
            <a:ext cx="2839537" cy="10523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Monolithic</a:t>
            </a:r>
            <a:endParaRPr lang="en-US"/>
          </a:p>
        </p:txBody>
      </p:sp>
      <p:sp>
        <p:nvSpPr>
          <p:cNvPr id="139" name="Arrow: Right 138">
            <a:extLst>
              <a:ext uri="{FF2B5EF4-FFF2-40B4-BE49-F238E27FC236}">
                <a16:creationId xmlns:a16="http://schemas.microsoft.com/office/drawing/2014/main" id="{E4621FA0-296E-E482-05A8-623D492C5608}"/>
              </a:ext>
            </a:extLst>
          </p:cNvPr>
          <p:cNvSpPr/>
          <p:nvPr/>
        </p:nvSpPr>
        <p:spPr>
          <a:xfrm>
            <a:off x="171230" y="4766641"/>
            <a:ext cx="2839537" cy="10523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ea typeface="Calibri"/>
                <a:cs typeface="Calibri"/>
              </a:rPr>
              <a:t>Microservices</a:t>
            </a:r>
            <a:endParaRPr lang="en-US" dirty="0"/>
          </a:p>
        </p:txBody>
      </p:sp>
      <p:pic>
        <p:nvPicPr>
          <p:cNvPr id="141" name="Graphic 140" descr="Line arrow: Counter-clockwise curve with solid fill">
            <a:extLst>
              <a:ext uri="{FF2B5EF4-FFF2-40B4-BE49-F238E27FC236}">
                <a16:creationId xmlns:a16="http://schemas.microsoft.com/office/drawing/2014/main" id="{6F66CA12-D2F5-095F-1EC2-722A3DEE0EB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0620000">
            <a:off x="868846" y="3998523"/>
            <a:ext cx="1457193" cy="914400"/>
          </a:xfrm>
          <a:prstGeom prst="rect">
            <a:avLst/>
          </a:prstGeom>
        </p:spPr>
      </p:pic>
      <p:pic>
        <p:nvPicPr>
          <p:cNvPr id="45" name="Picture 44" descr="How to Migrate from Monolith to Microservices Architecture: A Complete Guide">
            <a:extLst>
              <a:ext uri="{FF2B5EF4-FFF2-40B4-BE49-F238E27FC236}">
                <a16:creationId xmlns:a16="http://schemas.microsoft.com/office/drawing/2014/main" id="{133C4FC2-6D28-514C-9D50-302B29440F7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7992" y="1552314"/>
            <a:ext cx="2722452" cy="145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526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321C0-3075-B7F9-3748-6459CA852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563625-64B9-C7B8-D6F1-F12887991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575" y="1218996"/>
            <a:ext cx="8515708" cy="38637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IN" sz="1800" b="1"/>
              <a:t>Step 1: </a:t>
            </a:r>
            <a:r>
              <a:rPr lang="en-IN" sz="1800" b="1">
                <a:ea typeface="+mn-lt"/>
                <a:cs typeface="+mn-lt"/>
              </a:rPr>
              <a:t>Design Microservices</a:t>
            </a:r>
            <a:endParaRPr lang="en-US" sz="1800" b="1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IN" b="1">
                <a:ea typeface="+mn-lt"/>
                <a:cs typeface="+mn-lt"/>
              </a:rPr>
              <a:t>Break down</a:t>
            </a:r>
            <a:r>
              <a:rPr lang="en-IN">
                <a:ea typeface="+mn-lt"/>
                <a:cs typeface="+mn-lt"/>
              </a:rPr>
              <a:t> the monolithic e-commerce system into microservices based on business domains.</a:t>
            </a:r>
            <a:endParaRPr lang="en-IN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IN" b="1">
                <a:ea typeface="+mn-lt"/>
                <a:cs typeface="+mn-lt"/>
              </a:rPr>
              <a:t>Tools</a:t>
            </a:r>
            <a:r>
              <a:rPr lang="en-IN">
                <a:ea typeface="+mn-lt"/>
                <a:cs typeface="+mn-lt"/>
              </a:rPr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400">
                <a:ea typeface="+mn-lt"/>
                <a:cs typeface="+mn-lt"/>
              </a:rPr>
              <a:t>Architecture diagram tools (e.g., Lucidchart, Draw.io)</a:t>
            </a:r>
          </a:p>
          <a:p>
            <a:pPr lvl="1" indent="0">
              <a:buNone/>
            </a:pPr>
            <a:endParaRPr lang="en-IN" sz="140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IN" b="1">
                <a:ea typeface="+mn-lt"/>
                <a:cs typeface="+mn-lt"/>
              </a:rPr>
              <a:t>Example</a:t>
            </a:r>
            <a:r>
              <a:rPr lang="en-IN">
                <a:ea typeface="+mn-lt"/>
                <a:cs typeface="+mn-lt"/>
              </a:rPr>
              <a:t>:</a:t>
            </a:r>
            <a:endParaRPr lang="en-IN">
              <a:latin typeface="Calibri"/>
              <a:ea typeface="Calibri" panose="020F0502020204030204"/>
              <a:cs typeface="Calibri" panose="020F0502020204030204"/>
            </a:endParaRPr>
          </a:p>
          <a:p>
            <a:pPr marL="742950" lvl="1" indent="-285750" algn="just">
              <a:buFont typeface="Arial"/>
              <a:buChar char="•"/>
            </a:pPr>
            <a:endParaRPr lang="en-IN" sz="1400">
              <a:ea typeface="Calibri" panose="020F0502020204030204"/>
              <a:cs typeface="Calibri" panose="020F0502020204030204"/>
            </a:endParaRPr>
          </a:p>
          <a:p>
            <a:pPr marL="742950" lvl="1" indent="-285750" algn="just">
              <a:buFont typeface="Arial"/>
              <a:buChar char="•"/>
            </a:pPr>
            <a:endParaRPr lang="en-IN" sz="1400">
              <a:ea typeface="Calibri" panose="020F0502020204030204"/>
              <a:cs typeface="Calibri" panose="020F0502020204030204"/>
            </a:endParaRPr>
          </a:p>
          <a:p>
            <a:pPr marL="742950" lvl="1" indent="-285750" algn="just">
              <a:buFont typeface="Arial"/>
              <a:buChar char="•"/>
            </a:pPr>
            <a:endParaRPr lang="en-IN" sz="1400">
              <a:ea typeface="Calibri" panose="020F0502020204030204"/>
              <a:cs typeface="Calibri" panose="020F0502020204030204"/>
            </a:endParaRPr>
          </a:p>
          <a:p>
            <a:pPr marL="742950" lvl="1" indent="-285750" algn="just">
              <a:buFont typeface="Arial"/>
              <a:buChar char="•"/>
            </a:pPr>
            <a:endParaRPr lang="en-IN" sz="1400">
              <a:ea typeface="Calibri" panose="020F0502020204030204"/>
              <a:cs typeface="Calibri" panose="020F0502020204030204"/>
            </a:endParaRPr>
          </a:p>
          <a:p>
            <a:pPr marL="742950" lvl="1" indent="-285750" algn="just">
              <a:buFont typeface="Arial"/>
              <a:buChar char="•"/>
            </a:pPr>
            <a:endParaRPr lang="en-IN" sz="1400">
              <a:ea typeface="Calibri" panose="020F0502020204030204"/>
              <a:cs typeface="Calibri" panose="020F0502020204030204"/>
            </a:endParaRPr>
          </a:p>
          <a:p>
            <a:pPr marL="742950" lvl="1" indent="-285750" algn="just">
              <a:buFont typeface="Arial"/>
              <a:buChar char="•"/>
            </a:pPr>
            <a:endParaRPr lang="en-IN" sz="1400">
              <a:ea typeface="Calibri" panose="020F0502020204030204"/>
              <a:cs typeface="Calibri" panose="020F0502020204030204"/>
            </a:endParaRPr>
          </a:p>
          <a:p>
            <a:pPr lvl="1" indent="0"/>
            <a:endParaRPr lang="en-IN">
              <a:ea typeface="Calibri" panose="020F0502020204030204"/>
              <a:cs typeface="Calibri" panose="020F0502020204030204"/>
            </a:endParaRPr>
          </a:p>
          <a:p>
            <a:pPr>
              <a:buFont typeface="Wingdings" panose="020B0604020202020204" pitchFamily="34" charset="0"/>
              <a:buChar char="Ø"/>
            </a:pPr>
            <a:endParaRPr lang="en-IN" b="1">
              <a:ea typeface="+mn-lt"/>
              <a:cs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0CA701-BEB2-66E4-3583-87469FF24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3735547-B499-4273-BF07-F756EAEC2F73}" type="slidenum">
              <a:rPr lang="en-IN" smtClean="0"/>
              <a:t>6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BC0690-6CE7-EDB5-D0A1-31DFC8DAD3C7}"/>
              </a:ext>
            </a:extLst>
          </p:cNvPr>
          <p:cNvSpPr txBox="1"/>
          <p:nvPr/>
        </p:nvSpPr>
        <p:spPr>
          <a:xfrm>
            <a:off x="448575" y="488358"/>
            <a:ext cx="1023037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en-US" sz="2800">
                <a:solidFill>
                  <a:srgbClr val="010086"/>
                </a:solidFill>
                <a:latin typeface="Century Gothic"/>
                <a:ea typeface="+mn-lt"/>
                <a:cs typeface="+mn-lt"/>
              </a:rPr>
              <a:t>Microservices Implementation Guide : E-Commerce </a:t>
            </a:r>
            <a:endParaRPr lang="en-US" sz="2800">
              <a:latin typeface="Century Gothic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0D86734-F251-FE3C-5EDA-FD9E51ABC3D1}"/>
              </a:ext>
            </a:extLst>
          </p:cNvPr>
          <p:cNvSpPr/>
          <p:nvPr/>
        </p:nvSpPr>
        <p:spPr>
          <a:xfrm>
            <a:off x="332116" y="4282110"/>
            <a:ext cx="1769617" cy="174890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IN" b="1">
                <a:solidFill>
                  <a:srgbClr val="000000"/>
                </a:solidFill>
                <a:ea typeface="Calibri"/>
                <a:cs typeface="Calibri"/>
              </a:rPr>
              <a:t>User</a:t>
            </a:r>
            <a:endParaRPr lang="en-US">
              <a:solidFill>
                <a:srgbClr val="FFFFFF"/>
              </a:solidFill>
              <a:ea typeface="Calibri"/>
              <a:cs typeface="Calibri"/>
            </a:endParaRPr>
          </a:p>
          <a:p>
            <a:pPr algn="ctr"/>
            <a:r>
              <a:rPr lang="en-IN" b="1">
                <a:solidFill>
                  <a:srgbClr val="000000"/>
                </a:solidFill>
                <a:ea typeface="Calibri"/>
                <a:cs typeface="Calibri"/>
              </a:rPr>
              <a:t>service</a:t>
            </a:r>
            <a:endParaRPr lang="en-IN">
              <a:solidFill>
                <a:srgbClr val="000000"/>
              </a:solidFill>
              <a:ea typeface="Calibri"/>
              <a:cs typeface="Calibri"/>
            </a:endParaRPr>
          </a:p>
          <a:p>
            <a:pPr algn="ctr"/>
            <a:endParaRPr lang="en-IN" sz="1400">
              <a:solidFill>
                <a:srgbClr val="000000"/>
              </a:solidFill>
              <a:ea typeface="Calibri"/>
              <a:cs typeface="Calibri"/>
            </a:endParaRPr>
          </a:p>
          <a:p>
            <a:pPr algn="ctr"/>
            <a:r>
              <a:rPr lang="en-IN" sz="1400">
                <a:solidFill>
                  <a:srgbClr val="000000"/>
                </a:solidFill>
                <a:ea typeface="Calibri"/>
                <a:cs typeface="Calibri"/>
              </a:rPr>
              <a:t>Manages customer accounts, registration, login.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73AD2F2-6ADA-ADDB-ABB8-E1B1AEB4C6EA}"/>
              </a:ext>
            </a:extLst>
          </p:cNvPr>
          <p:cNvSpPr/>
          <p:nvPr/>
        </p:nvSpPr>
        <p:spPr>
          <a:xfrm>
            <a:off x="2269772" y="4282110"/>
            <a:ext cx="1769617" cy="174890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IN" b="1">
                <a:solidFill>
                  <a:srgbClr val="000000"/>
                </a:solidFill>
                <a:ea typeface="Calibri"/>
                <a:cs typeface="Calibri"/>
              </a:rPr>
              <a:t>Product</a:t>
            </a:r>
            <a:endParaRPr lang="en-US" sz="2400">
              <a:solidFill>
                <a:srgbClr val="FFFFFF"/>
              </a:solidFill>
              <a:ea typeface="Calibri"/>
              <a:cs typeface="Calibri"/>
            </a:endParaRPr>
          </a:p>
          <a:p>
            <a:pPr algn="ctr"/>
            <a:r>
              <a:rPr lang="en-IN" b="1">
                <a:solidFill>
                  <a:srgbClr val="000000"/>
                </a:solidFill>
                <a:ea typeface="Calibri"/>
                <a:cs typeface="Calibri"/>
              </a:rPr>
              <a:t>service</a:t>
            </a:r>
            <a:endParaRPr lang="en-IN">
              <a:solidFill>
                <a:srgbClr val="000000"/>
              </a:solidFill>
              <a:ea typeface="Calibri"/>
              <a:cs typeface="Calibri"/>
            </a:endParaRPr>
          </a:p>
          <a:p>
            <a:pPr algn="ctr"/>
            <a:endParaRPr lang="en-IN" sz="1400">
              <a:solidFill>
                <a:srgbClr val="000000"/>
              </a:solidFill>
              <a:ea typeface="Calibri"/>
              <a:cs typeface="Calibri"/>
            </a:endParaRPr>
          </a:p>
          <a:p>
            <a:pPr algn="ctr"/>
            <a:r>
              <a:rPr lang="en-IN" sz="1400">
                <a:solidFill>
                  <a:srgbClr val="000000"/>
                </a:solidFill>
                <a:ea typeface="Calibri"/>
                <a:cs typeface="Calibri"/>
              </a:rPr>
              <a:t>Lists products, categories, 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pPr algn="ctr"/>
            <a:r>
              <a:rPr lang="en-IN" sz="1400">
                <a:solidFill>
                  <a:srgbClr val="000000"/>
                </a:solidFill>
                <a:ea typeface="Calibri"/>
                <a:cs typeface="Calibri"/>
              </a:rPr>
              <a:t>pricing.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CE22C57-EF5F-88C6-79D2-0DEFEA156CA7}"/>
              </a:ext>
            </a:extLst>
          </p:cNvPr>
          <p:cNvSpPr/>
          <p:nvPr/>
        </p:nvSpPr>
        <p:spPr>
          <a:xfrm>
            <a:off x="4185658" y="4282109"/>
            <a:ext cx="1769617" cy="174890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IN" b="1">
                <a:solidFill>
                  <a:srgbClr val="000000"/>
                </a:solidFill>
                <a:ea typeface="Calibri"/>
                <a:cs typeface="Calibri"/>
              </a:rPr>
              <a:t>Order</a:t>
            </a:r>
            <a:endParaRPr lang="en-US" sz="2400">
              <a:solidFill>
                <a:srgbClr val="FFFFFF"/>
              </a:solidFill>
              <a:ea typeface="Calibri"/>
              <a:cs typeface="Calibri"/>
            </a:endParaRPr>
          </a:p>
          <a:p>
            <a:pPr algn="ctr"/>
            <a:r>
              <a:rPr lang="en-IN" b="1">
                <a:solidFill>
                  <a:srgbClr val="000000"/>
                </a:solidFill>
                <a:ea typeface="Calibri"/>
                <a:cs typeface="Calibri"/>
              </a:rPr>
              <a:t>service</a:t>
            </a:r>
            <a:endParaRPr lang="en-IN">
              <a:solidFill>
                <a:srgbClr val="000000"/>
              </a:solidFill>
              <a:ea typeface="Calibri"/>
              <a:cs typeface="Calibri"/>
            </a:endParaRPr>
          </a:p>
          <a:p>
            <a:pPr algn="ctr"/>
            <a:endParaRPr lang="en-IN" sz="1400">
              <a:solidFill>
                <a:srgbClr val="000000"/>
              </a:solidFill>
              <a:ea typeface="Calibri"/>
              <a:cs typeface="Calibri"/>
            </a:endParaRPr>
          </a:p>
          <a:p>
            <a:pPr algn="ctr"/>
            <a:r>
              <a:rPr lang="en-IN" sz="1400">
                <a:solidFill>
                  <a:srgbClr val="000000"/>
                </a:solidFill>
                <a:ea typeface="Calibri"/>
                <a:cs typeface="Calibri"/>
              </a:rPr>
              <a:t>Creates orders, tracks order status.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7C1D247-C9DC-3C18-E45B-245C9F57EC79}"/>
              </a:ext>
            </a:extLst>
          </p:cNvPr>
          <p:cNvSpPr/>
          <p:nvPr/>
        </p:nvSpPr>
        <p:spPr>
          <a:xfrm>
            <a:off x="6123316" y="4282109"/>
            <a:ext cx="1769617" cy="174890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IN" b="1">
                <a:solidFill>
                  <a:srgbClr val="000000"/>
                </a:solidFill>
                <a:ea typeface="Calibri"/>
                <a:cs typeface="Calibri"/>
              </a:rPr>
              <a:t>Payment</a:t>
            </a:r>
            <a:endParaRPr lang="en-US" sz="2400">
              <a:solidFill>
                <a:srgbClr val="FFFFFF"/>
              </a:solidFill>
              <a:ea typeface="Calibri"/>
              <a:cs typeface="Calibri"/>
            </a:endParaRPr>
          </a:p>
          <a:p>
            <a:pPr algn="ctr"/>
            <a:r>
              <a:rPr lang="en-IN" b="1">
                <a:solidFill>
                  <a:srgbClr val="000000"/>
                </a:solidFill>
                <a:ea typeface="Calibri"/>
                <a:cs typeface="Calibri"/>
              </a:rPr>
              <a:t>service</a:t>
            </a:r>
            <a:endParaRPr lang="en-IN">
              <a:solidFill>
                <a:srgbClr val="000000"/>
              </a:solidFill>
              <a:ea typeface="Calibri"/>
              <a:cs typeface="Calibri"/>
            </a:endParaRPr>
          </a:p>
          <a:p>
            <a:pPr algn="ctr"/>
            <a:endParaRPr lang="en-IN" sz="1400">
              <a:solidFill>
                <a:srgbClr val="000000"/>
              </a:solidFill>
              <a:ea typeface="Calibri"/>
              <a:cs typeface="Calibri"/>
            </a:endParaRPr>
          </a:p>
          <a:p>
            <a:pPr algn="ctr"/>
            <a:r>
              <a:rPr lang="en-IN" sz="1400">
                <a:solidFill>
                  <a:srgbClr val="000000"/>
                </a:solidFill>
                <a:ea typeface="Calibri"/>
                <a:cs typeface="Calibri"/>
              </a:rPr>
              <a:t>Handles payment processing.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85575EA-5D93-7738-4C75-DEF305A05010}"/>
              </a:ext>
            </a:extLst>
          </p:cNvPr>
          <p:cNvSpPr/>
          <p:nvPr/>
        </p:nvSpPr>
        <p:spPr>
          <a:xfrm>
            <a:off x="8148059" y="4260338"/>
            <a:ext cx="1769617" cy="174890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IN" b="1">
                <a:solidFill>
                  <a:srgbClr val="000000"/>
                </a:solidFill>
                <a:ea typeface="Calibri"/>
                <a:cs typeface="Calibri"/>
              </a:rPr>
              <a:t>Inventory</a:t>
            </a:r>
            <a:endParaRPr lang="en-US" sz="2400">
              <a:solidFill>
                <a:srgbClr val="FFFFFF"/>
              </a:solidFill>
              <a:ea typeface="Calibri"/>
              <a:cs typeface="Calibri"/>
            </a:endParaRPr>
          </a:p>
          <a:p>
            <a:pPr algn="ctr"/>
            <a:r>
              <a:rPr lang="en-IN" b="1">
                <a:solidFill>
                  <a:srgbClr val="000000"/>
                </a:solidFill>
                <a:ea typeface="Calibri"/>
                <a:cs typeface="Calibri"/>
              </a:rPr>
              <a:t>Service</a:t>
            </a:r>
            <a:endParaRPr lang="en-US">
              <a:solidFill>
                <a:srgbClr val="FFFFFF"/>
              </a:solidFill>
              <a:ea typeface="Calibri"/>
              <a:cs typeface="Calibri"/>
            </a:endParaRPr>
          </a:p>
          <a:p>
            <a:pPr algn="ctr"/>
            <a:endParaRPr lang="en-IN" sz="1400">
              <a:solidFill>
                <a:srgbClr val="000000"/>
              </a:solidFill>
              <a:ea typeface="Calibri"/>
              <a:cs typeface="Calibri"/>
            </a:endParaRPr>
          </a:p>
          <a:p>
            <a:pPr algn="ctr"/>
            <a:r>
              <a:rPr lang="en-IN" sz="1400">
                <a:solidFill>
                  <a:srgbClr val="000000"/>
                </a:solidFill>
                <a:ea typeface="Calibri"/>
                <a:cs typeface="Calibri"/>
              </a:rPr>
              <a:t>Tracks product stock.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F1A802D-52A8-DF91-675F-C766196611B2}"/>
              </a:ext>
            </a:extLst>
          </p:cNvPr>
          <p:cNvSpPr/>
          <p:nvPr/>
        </p:nvSpPr>
        <p:spPr>
          <a:xfrm>
            <a:off x="10259886" y="4260337"/>
            <a:ext cx="1769617" cy="174890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IN" b="1">
                <a:solidFill>
                  <a:srgbClr val="000000"/>
                </a:solidFill>
                <a:ea typeface="Calibri"/>
                <a:cs typeface="Calibri"/>
              </a:rPr>
              <a:t>Shipping</a:t>
            </a:r>
          </a:p>
          <a:p>
            <a:pPr algn="ctr"/>
            <a:r>
              <a:rPr lang="en-IN" b="1">
                <a:solidFill>
                  <a:srgbClr val="000000"/>
                </a:solidFill>
                <a:ea typeface="Calibri"/>
                <a:cs typeface="Calibri"/>
              </a:rPr>
              <a:t>service</a:t>
            </a:r>
            <a:endParaRPr lang="en-US">
              <a:solidFill>
                <a:srgbClr val="FFFFFF"/>
              </a:solidFill>
              <a:ea typeface="Calibri"/>
              <a:cs typeface="Calibri"/>
            </a:endParaRPr>
          </a:p>
          <a:p>
            <a:pPr algn="ctr"/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pPr algn="ctr"/>
            <a:r>
              <a:rPr lang="en-IN" sz="1400">
                <a:solidFill>
                  <a:srgbClr val="000000"/>
                </a:solidFill>
                <a:ea typeface="Calibri"/>
                <a:cs typeface="Calibri"/>
              </a:rPr>
              <a:t>Manages delivery and tracking.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A887626B-A412-FEFD-52B0-7F5294FADF59}"/>
              </a:ext>
            </a:extLst>
          </p:cNvPr>
          <p:cNvSpPr/>
          <p:nvPr/>
        </p:nvSpPr>
        <p:spPr>
          <a:xfrm>
            <a:off x="4445944" y="3042437"/>
            <a:ext cx="2816637" cy="490844"/>
          </a:xfrm>
          <a:prstGeom prst="wedgeRoundRectCallou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>
                <a:solidFill>
                  <a:srgbClr val="000000"/>
                </a:solidFill>
                <a:ea typeface="Calibri"/>
                <a:cs typeface="Calibri"/>
              </a:rPr>
              <a:t>E-Commerce</a:t>
            </a:r>
          </a:p>
          <a:p>
            <a:pPr algn="ctr"/>
            <a:endParaRPr lang="en-US">
              <a:solidFill>
                <a:srgbClr val="000000"/>
              </a:solidFill>
              <a:ea typeface="Calibri"/>
              <a:cs typeface="Calibri"/>
            </a:endParaRPr>
          </a:p>
        </p:txBody>
      </p:sp>
      <p:pic>
        <p:nvPicPr>
          <p:cNvPr id="15" name="Picture 14" descr="Lucidchart | Slack Marketplace">
            <a:extLst>
              <a:ext uri="{FF2B5EF4-FFF2-40B4-BE49-F238E27FC236}">
                <a16:creationId xmlns:a16="http://schemas.microsoft.com/office/drawing/2014/main" id="{FB1AB36F-E0C0-F60A-5802-11FF82C85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5736" y="1712115"/>
            <a:ext cx="949377" cy="94937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6" name="Picture 15" descr="draw.io Diagrams - Free download and ...">
            <a:extLst>
              <a:ext uri="{FF2B5EF4-FFF2-40B4-BE49-F238E27FC236}">
                <a16:creationId xmlns:a16="http://schemas.microsoft.com/office/drawing/2014/main" id="{9A0F42D6-AE42-DD1F-DEAB-878C90AB07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6733" y="1712115"/>
            <a:ext cx="1058233" cy="94937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DEBA8B1-08B0-DFCC-69DF-BB64324943CA}"/>
              </a:ext>
            </a:extLst>
          </p:cNvPr>
          <p:cNvSpPr txBox="1"/>
          <p:nvPr/>
        </p:nvSpPr>
        <p:spPr>
          <a:xfrm>
            <a:off x="8298364" y="2775345"/>
            <a:ext cx="138915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>
                <a:ea typeface="Calibri"/>
                <a:cs typeface="Calibri"/>
              </a:rPr>
              <a:t>Lucidchart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F0A8D6-0870-0C9B-02E0-90C2AFC1E3D8}"/>
              </a:ext>
            </a:extLst>
          </p:cNvPr>
          <p:cNvSpPr txBox="1"/>
          <p:nvPr/>
        </p:nvSpPr>
        <p:spPr>
          <a:xfrm>
            <a:off x="10324487" y="2778581"/>
            <a:ext cx="138915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>
                <a:ea typeface="Calibri"/>
                <a:cs typeface="Calibri"/>
              </a:rPr>
              <a:t>Draw.io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6A50E0F-3238-3896-4910-6E15D46C708C}"/>
              </a:ext>
            </a:extLst>
          </p:cNvPr>
          <p:cNvCxnSpPr/>
          <p:nvPr/>
        </p:nvCxnSpPr>
        <p:spPr>
          <a:xfrm flipV="1">
            <a:off x="443920" y="3897975"/>
            <a:ext cx="11363937" cy="8805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324E335-009E-35E2-F49B-2D00724B6831}"/>
              </a:ext>
            </a:extLst>
          </p:cNvPr>
          <p:cNvCxnSpPr/>
          <p:nvPr/>
        </p:nvCxnSpPr>
        <p:spPr>
          <a:xfrm flipH="1">
            <a:off x="1146947" y="3900088"/>
            <a:ext cx="2185" cy="3742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10220F0-841D-FE7F-187C-355159B1C5F9}"/>
              </a:ext>
            </a:extLst>
          </p:cNvPr>
          <p:cNvCxnSpPr>
            <a:cxnSpLocks/>
          </p:cNvCxnSpPr>
          <p:nvPr/>
        </p:nvCxnSpPr>
        <p:spPr>
          <a:xfrm flipH="1">
            <a:off x="3204347" y="3910973"/>
            <a:ext cx="2185" cy="3307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2F13D74-FB97-96F3-D082-555C504BA1D3}"/>
              </a:ext>
            </a:extLst>
          </p:cNvPr>
          <p:cNvCxnSpPr>
            <a:cxnSpLocks/>
          </p:cNvCxnSpPr>
          <p:nvPr/>
        </p:nvCxnSpPr>
        <p:spPr>
          <a:xfrm>
            <a:off x="5209504" y="3910973"/>
            <a:ext cx="8700" cy="3416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3D8BDB6-6152-5720-0025-58ABC06C8685}"/>
              </a:ext>
            </a:extLst>
          </p:cNvPr>
          <p:cNvCxnSpPr>
            <a:cxnSpLocks/>
          </p:cNvCxnSpPr>
          <p:nvPr/>
        </p:nvCxnSpPr>
        <p:spPr>
          <a:xfrm>
            <a:off x="7049189" y="3910973"/>
            <a:ext cx="8700" cy="3416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D6984D4-BCB1-B2AB-EB13-2E88FEC88B47}"/>
              </a:ext>
            </a:extLst>
          </p:cNvPr>
          <p:cNvCxnSpPr>
            <a:cxnSpLocks/>
          </p:cNvCxnSpPr>
          <p:nvPr/>
        </p:nvCxnSpPr>
        <p:spPr>
          <a:xfrm>
            <a:off x="8954189" y="3921860"/>
            <a:ext cx="19587" cy="3416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61E2FC9-22A3-80AC-0002-A1D6B25226BF}"/>
              </a:ext>
            </a:extLst>
          </p:cNvPr>
          <p:cNvCxnSpPr>
            <a:cxnSpLocks/>
          </p:cNvCxnSpPr>
          <p:nvPr/>
        </p:nvCxnSpPr>
        <p:spPr>
          <a:xfrm>
            <a:off x="11066018" y="3921860"/>
            <a:ext cx="19586" cy="3416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840A0E2-EBA3-6D00-37EE-0FB026CD56ED}"/>
              </a:ext>
            </a:extLst>
          </p:cNvPr>
          <p:cNvCxnSpPr>
            <a:cxnSpLocks/>
          </p:cNvCxnSpPr>
          <p:nvPr/>
        </p:nvCxnSpPr>
        <p:spPr>
          <a:xfrm flipH="1">
            <a:off x="5795147" y="3551744"/>
            <a:ext cx="2185" cy="2871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6" descr="Shopping cart with solid fill">
            <a:extLst>
              <a:ext uri="{FF2B5EF4-FFF2-40B4-BE49-F238E27FC236}">
                <a16:creationId xmlns:a16="http://schemas.microsoft.com/office/drawing/2014/main" id="{F3FEBF74-B06A-A106-B804-01426E40FD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00306" y="493435"/>
            <a:ext cx="457200" cy="44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92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524E2-F194-70BE-FEE8-69C2917B0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734F9B-C51E-7C76-3D1B-1E8A256C3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IN" sz="1800" b="1" dirty="0"/>
              <a:t>Step 2: Choose Language, Framework, Server &amp; Data Base</a:t>
            </a:r>
            <a:endParaRPr lang="en-US" sz="1800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IN" dirty="0">
                <a:ea typeface="+mn-lt"/>
                <a:cs typeface="+mn-lt"/>
              </a:rPr>
              <a:t>Each service </a:t>
            </a:r>
            <a:r>
              <a:rPr lang="en-IN" b="1" dirty="0">
                <a:ea typeface="+mn-lt"/>
                <a:cs typeface="+mn-lt"/>
              </a:rPr>
              <a:t>owns</a:t>
            </a:r>
            <a:r>
              <a:rPr lang="en-IN" dirty="0">
                <a:ea typeface="+mn-lt"/>
                <a:cs typeface="+mn-lt"/>
              </a:rPr>
              <a:t> its Language, framework, Server &amp; data store.</a:t>
            </a:r>
            <a:endParaRPr lang="en-IN" dirty="0"/>
          </a:p>
          <a:p>
            <a:pPr marL="0" indent="0">
              <a:buNone/>
            </a:pPr>
            <a:r>
              <a:rPr lang="en-IN" b="1" dirty="0">
                <a:ea typeface="+mn-lt"/>
                <a:cs typeface="+mn-lt"/>
              </a:rPr>
              <a:t>Tools</a:t>
            </a:r>
            <a:r>
              <a:rPr lang="en-IN" dirty="0">
                <a:ea typeface="+mn-lt"/>
                <a:cs typeface="+mn-lt"/>
              </a:rPr>
              <a:t>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400" b="1" dirty="0">
                <a:ea typeface="+mn-lt"/>
                <a:cs typeface="+mn-lt"/>
              </a:rPr>
              <a:t>Languages</a:t>
            </a:r>
            <a:r>
              <a:rPr lang="en-IN" sz="1400" dirty="0">
                <a:ea typeface="+mn-lt"/>
                <a:cs typeface="+mn-lt"/>
              </a:rPr>
              <a:t>: Java (Spring Boot), Node.js (Express), Python (</a:t>
            </a:r>
            <a:r>
              <a:rPr lang="en-IN" sz="1400" dirty="0" err="1">
                <a:ea typeface="+mn-lt"/>
                <a:cs typeface="+mn-lt"/>
              </a:rPr>
              <a:t>FastAPI</a:t>
            </a:r>
            <a:r>
              <a:rPr lang="en-IN" sz="1400" dirty="0">
                <a:ea typeface="+mn-lt"/>
                <a:cs typeface="+mn-lt"/>
              </a:rPr>
              <a:t>), Go, .NET Core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400" b="1" dirty="0">
                <a:ea typeface="+mn-lt"/>
                <a:cs typeface="+mn-lt"/>
              </a:rPr>
              <a:t>Frameworks</a:t>
            </a:r>
            <a:r>
              <a:rPr lang="en-IN" sz="1400" dirty="0">
                <a:ea typeface="+mn-lt"/>
                <a:cs typeface="+mn-lt"/>
              </a:rPr>
              <a:t>: Spring Boot, Express.js, </a:t>
            </a:r>
            <a:r>
              <a:rPr lang="en-IN" sz="1400" dirty="0" err="1">
                <a:ea typeface="+mn-lt"/>
                <a:cs typeface="+mn-lt"/>
              </a:rPr>
              <a:t>FastAPI</a:t>
            </a:r>
            <a:r>
              <a:rPr lang="en-IN" sz="1400" dirty="0">
                <a:ea typeface="+mn-lt"/>
                <a:cs typeface="+mn-lt"/>
              </a:rPr>
              <a:t>, Flask</a:t>
            </a:r>
          </a:p>
          <a:p>
            <a:pPr marL="628650" lvl="1" indent="-171450">
              <a:buChar char="•"/>
            </a:pPr>
            <a:r>
              <a:rPr lang="en-IN" sz="1400" b="1" dirty="0">
                <a:ea typeface="+mn-lt"/>
                <a:cs typeface="+mn-lt"/>
              </a:rPr>
              <a:t>Databases:</a:t>
            </a:r>
            <a:r>
              <a:rPr lang="en-IN" sz="1400" dirty="0">
                <a:ea typeface="+mn-lt"/>
                <a:cs typeface="+mn-lt"/>
              </a:rPr>
              <a:t> PostgreSQL, MongoDB, Redis, Cassandra</a:t>
            </a:r>
          </a:p>
          <a:p>
            <a:pPr marL="0" indent="0">
              <a:buNone/>
            </a:pPr>
            <a:r>
              <a:rPr lang="en-IN" b="1" dirty="0">
                <a:ea typeface="+mn-lt"/>
                <a:cs typeface="+mn-lt"/>
              </a:rPr>
              <a:t>Example</a:t>
            </a:r>
            <a:r>
              <a:rPr lang="en-IN" dirty="0">
                <a:ea typeface="+mn-lt"/>
                <a:cs typeface="+mn-lt"/>
              </a:rPr>
              <a:t>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C1595-C0C4-D4BA-47F2-2898DA5CA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3735547-B499-4273-BF07-F756EAEC2F73}" type="slidenum">
              <a:rPr lang="en-IN" smtClean="0"/>
              <a:t>7</a:t>
            </a:fld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48F3D2F-2145-D41B-0122-BB0C25F55E02}"/>
              </a:ext>
            </a:extLst>
          </p:cNvPr>
          <p:cNvSpPr/>
          <p:nvPr/>
        </p:nvSpPr>
        <p:spPr>
          <a:xfrm>
            <a:off x="405388" y="4337185"/>
            <a:ext cx="1694627" cy="14628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IN" b="1">
                <a:solidFill>
                  <a:srgbClr val="000000"/>
                </a:solidFill>
                <a:ea typeface="Calibri"/>
                <a:cs typeface="Calibri"/>
              </a:rPr>
              <a:t>User</a:t>
            </a:r>
            <a:endParaRPr lang="en-US">
              <a:solidFill>
                <a:srgbClr val="FFFFFF"/>
              </a:solidFill>
              <a:ea typeface="Calibri"/>
              <a:cs typeface="Calibri"/>
            </a:endParaRPr>
          </a:p>
          <a:p>
            <a:pPr algn="ctr"/>
            <a:r>
              <a:rPr lang="en-IN" b="1">
                <a:solidFill>
                  <a:srgbClr val="000000"/>
                </a:solidFill>
                <a:ea typeface="Calibri"/>
                <a:cs typeface="Calibri"/>
              </a:rPr>
              <a:t>service</a:t>
            </a:r>
            <a:endParaRPr lang="en-IN">
              <a:solidFill>
                <a:srgbClr val="000000"/>
              </a:solidFill>
              <a:ea typeface="Calibri"/>
              <a:cs typeface="Calibri"/>
            </a:endParaRPr>
          </a:p>
          <a:p>
            <a:pPr algn="ctr"/>
            <a:r>
              <a:rPr lang="en-IN" sz="1400">
                <a:solidFill>
                  <a:srgbClr val="000000"/>
                </a:solidFill>
                <a:ea typeface="Calibri"/>
                <a:cs typeface="Calibri"/>
              </a:rPr>
              <a:t>Java + Spring Boot</a:t>
            </a:r>
          </a:p>
          <a:p>
            <a:pPr algn="ctr"/>
            <a:endParaRPr lang="en-IN" sz="1400">
              <a:ea typeface="+mn-lt"/>
              <a:cs typeface="+mn-lt"/>
            </a:endParaRPr>
          </a:p>
          <a:p>
            <a:pPr algn="ctr"/>
            <a:r>
              <a:rPr lang="en-IN" sz="1400">
                <a:ea typeface="+mn-lt"/>
                <a:cs typeface="+mn-lt"/>
              </a:rPr>
              <a:t>Tomcat (8081)</a:t>
            </a:r>
            <a:endParaRPr lang="en-IN">
              <a:ea typeface="Calibri"/>
              <a:cs typeface="Calibri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0E217F5-D41D-7A73-58FC-7B4E4E671891}"/>
              </a:ext>
            </a:extLst>
          </p:cNvPr>
          <p:cNvSpPr/>
          <p:nvPr/>
        </p:nvSpPr>
        <p:spPr>
          <a:xfrm>
            <a:off x="2343044" y="4337185"/>
            <a:ext cx="1694627" cy="14628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IN" b="1">
                <a:solidFill>
                  <a:srgbClr val="000000"/>
                </a:solidFill>
                <a:ea typeface="Calibri"/>
                <a:cs typeface="Calibri"/>
              </a:rPr>
              <a:t>Product</a:t>
            </a:r>
            <a:endParaRPr lang="en-US" sz="2400">
              <a:solidFill>
                <a:srgbClr val="FFFFFF"/>
              </a:solidFill>
              <a:ea typeface="Calibri"/>
              <a:cs typeface="Calibri"/>
            </a:endParaRPr>
          </a:p>
          <a:p>
            <a:pPr algn="ctr"/>
            <a:r>
              <a:rPr lang="en-IN" b="1">
                <a:solidFill>
                  <a:srgbClr val="000000"/>
                </a:solidFill>
                <a:ea typeface="Calibri"/>
                <a:cs typeface="Calibri"/>
              </a:rPr>
              <a:t>service</a:t>
            </a:r>
            <a:endParaRPr lang="en-IN">
              <a:solidFill>
                <a:srgbClr val="000000"/>
              </a:solidFill>
              <a:ea typeface="Calibri"/>
              <a:cs typeface="Calibri"/>
            </a:endParaRPr>
          </a:p>
          <a:p>
            <a:pPr algn="ctr"/>
            <a:r>
              <a:rPr lang="en-IN" sz="1400">
                <a:solidFill>
                  <a:srgbClr val="000000"/>
                </a:solidFill>
                <a:ea typeface="Calibri"/>
                <a:cs typeface="Calibri"/>
              </a:rPr>
              <a:t>Node.js + Express</a:t>
            </a:r>
          </a:p>
          <a:p>
            <a:pPr algn="ctr"/>
            <a:endParaRPr lang="en-IN" sz="1400">
              <a:ea typeface="+mn-lt"/>
              <a:cs typeface="+mn-lt"/>
            </a:endParaRPr>
          </a:p>
          <a:p>
            <a:pPr algn="ctr"/>
            <a:r>
              <a:rPr lang="en-IN" sz="1400">
                <a:ea typeface="+mn-lt"/>
                <a:cs typeface="+mn-lt"/>
              </a:rPr>
              <a:t>Node HTTP (8082)</a:t>
            </a:r>
            <a:endParaRPr lang="en-IN">
              <a:ea typeface="Calibri"/>
              <a:cs typeface="Calibri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1C85C80-8AF1-BA2D-3EC4-845C8DDBD25D}"/>
              </a:ext>
            </a:extLst>
          </p:cNvPr>
          <p:cNvSpPr/>
          <p:nvPr/>
        </p:nvSpPr>
        <p:spPr>
          <a:xfrm>
            <a:off x="4183940" y="4337184"/>
            <a:ext cx="1811950" cy="14628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IN" b="1">
                <a:solidFill>
                  <a:srgbClr val="000000"/>
                </a:solidFill>
                <a:ea typeface="Calibri"/>
                <a:cs typeface="Calibri"/>
              </a:rPr>
              <a:t>Order</a:t>
            </a:r>
            <a:endParaRPr lang="en-US" sz="2400">
              <a:solidFill>
                <a:srgbClr val="FFFFFF"/>
              </a:solidFill>
              <a:ea typeface="Calibri"/>
              <a:cs typeface="Calibri"/>
            </a:endParaRPr>
          </a:p>
          <a:p>
            <a:pPr algn="ctr"/>
            <a:r>
              <a:rPr lang="en-IN" b="1">
                <a:solidFill>
                  <a:srgbClr val="000000"/>
                </a:solidFill>
                <a:ea typeface="Calibri"/>
                <a:cs typeface="Calibri"/>
              </a:rPr>
              <a:t>service</a:t>
            </a:r>
            <a:endParaRPr lang="en-IN">
              <a:solidFill>
                <a:srgbClr val="000000"/>
              </a:solidFill>
              <a:ea typeface="Calibri"/>
              <a:cs typeface="Calibri"/>
            </a:endParaRPr>
          </a:p>
          <a:p>
            <a:pPr algn="ctr"/>
            <a:r>
              <a:rPr lang="en-IN" sz="1400">
                <a:solidFill>
                  <a:srgbClr val="000000"/>
                </a:solidFill>
                <a:ea typeface="Calibri"/>
                <a:cs typeface="Calibri"/>
              </a:rPr>
              <a:t>Python + FastAPI</a:t>
            </a:r>
          </a:p>
          <a:p>
            <a:pPr algn="ctr"/>
            <a:endParaRPr lang="en-IN" sz="1400">
              <a:ea typeface="+mn-lt"/>
              <a:cs typeface="+mn-lt"/>
            </a:endParaRPr>
          </a:p>
          <a:p>
            <a:pPr algn="ctr"/>
            <a:r>
              <a:rPr lang="en-IN" sz="1400" err="1">
                <a:ea typeface="+mn-lt"/>
                <a:cs typeface="+mn-lt"/>
              </a:rPr>
              <a:t>Uvicorn</a:t>
            </a:r>
            <a:r>
              <a:rPr lang="en-IN" sz="1400">
                <a:ea typeface="+mn-lt"/>
                <a:cs typeface="+mn-lt"/>
              </a:rPr>
              <a:t> (8083)</a:t>
            </a:r>
            <a:endParaRPr lang="en-IN" b="1">
              <a:ea typeface="Calibri"/>
              <a:cs typeface="Calibri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C086C57-DF27-493B-8DCF-FB88F4764E40}"/>
              </a:ext>
            </a:extLst>
          </p:cNvPr>
          <p:cNvSpPr/>
          <p:nvPr/>
        </p:nvSpPr>
        <p:spPr>
          <a:xfrm>
            <a:off x="6205963" y="4327659"/>
            <a:ext cx="1780502" cy="146254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IN" b="1">
                <a:solidFill>
                  <a:srgbClr val="000000"/>
                </a:solidFill>
                <a:ea typeface="Calibri"/>
                <a:cs typeface="Calibri"/>
              </a:rPr>
              <a:t>Payment</a:t>
            </a:r>
            <a:endParaRPr lang="en-US" sz="2400">
              <a:solidFill>
                <a:srgbClr val="FFFFFF"/>
              </a:solidFill>
              <a:ea typeface="Calibri"/>
              <a:cs typeface="Calibri"/>
            </a:endParaRPr>
          </a:p>
          <a:p>
            <a:pPr algn="ctr"/>
            <a:r>
              <a:rPr lang="en-IN" b="1">
                <a:solidFill>
                  <a:srgbClr val="000000"/>
                </a:solidFill>
                <a:ea typeface="Calibri"/>
                <a:cs typeface="Calibri"/>
              </a:rPr>
              <a:t>service</a:t>
            </a:r>
            <a:endParaRPr lang="en-IN">
              <a:solidFill>
                <a:srgbClr val="000000"/>
              </a:solidFill>
              <a:ea typeface="Calibri"/>
              <a:cs typeface="Calibri"/>
            </a:endParaRPr>
          </a:p>
          <a:p>
            <a:pPr algn="ctr"/>
            <a:r>
              <a:rPr lang="en-IN" sz="1400">
                <a:solidFill>
                  <a:srgbClr val="000000"/>
                </a:solidFill>
                <a:ea typeface="Calibri"/>
                <a:cs typeface="Calibri"/>
              </a:rPr>
              <a:t>Go</a:t>
            </a:r>
          </a:p>
          <a:p>
            <a:pPr algn="ctr"/>
            <a:endParaRPr lang="en-IN" sz="1400">
              <a:ea typeface="+mn-lt"/>
              <a:cs typeface="+mn-lt"/>
            </a:endParaRPr>
          </a:p>
          <a:p>
            <a:pPr algn="ctr"/>
            <a:r>
              <a:rPr lang="en-IN" sz="1400">
                <a:ea typeface="+mn-lt"/>
                <a:cs typeface="+mn-lt"/>
              </a:rPr>
              <a:t>Go HTTP (8084)</a:t>
            </a:r>
            <a:endParaRPr lang="en-IN">
              <a:ea typeface="Calibri"/>
              <a:cs typeface="Calibri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484A153-C499-7777-4A1D-B195445A7839}"/>
              </a:ext>
            </a:extLst>
          </p:cNvPr>
          <p:cNvSpPr/>
          <p:nvPr/>
        </p:nvSpPr>
        <p:spPr>
          <a:xfrm>
            <a:off x="8146341" y="4337183"/>
            <a:ext cx="1834931" cy="146285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IN" b="1">
                <a:solidFill>
                  <a:srgbClr val="000000"/>
                </a:solidFill>
                <a:ea typeface="Calibri"/>
                <a:cs typeface="Calibri"/>
              </a:rPr>
              <a:t>Inventory</a:t>
            </a:r>
            <a:endParaRPr lang="en-US" sz="2400">
              <a:solidFill>
                <a:srgbClr val="FFFFFF"/>
              </a:solidFill>
              <a:ea typeface="Calibri"/>
              <a:cs typeface="Calibri"/>
            </a:endParaRPr>
          </a:p>
          <a:p>
            <a:pPr algn="ctr"/>
            <a:r>
              <a:rPr lang="en-IN" b="1">
                <a:solidFill>
                  <a:srgbClr val="000000"/>
                </a:solidFill>
                <a:ea typeface="Calibri"/>
                <a:cs typeface="Calibri"/>
              </a:rPr>
              <a:t>Service</a:t>
            </a:r>
            <a:endParaRPr lang="en-US">
              <a:solidFill>
                <a:srgbClr val="FFFFFF"/>
              </a:solidFill>
              <a:ea typeface="Calibri"/>
              <a:cs typeface="Calibri"/>
            </a:endParaRPr>
          </a:p>
          <a:p>
            <a:pPr algn="ctr"/>
            <a:r>
              <a:rPr lang="en-IN" sz="1400">
                <a:solidFill>
                  <a:srgbClr val="000000"/>
                </a:solidFill>
                <a:ea typeface="Calibri"/>
                <a:cs typeface="Calibri"/>
              </a:rPr>
              <a:t>.NET Core</a:t>
            </a:r>
          </a:p>
          <a:p>
            <a:pPr algn="ctr"/>
            <a:endParaRPr lang="en-IN" sz="1400">
              <a:ea typeface="+mn-lt"/>
              <a:cs typeface="+mn-lt"/>
            </a:endParaRPr>
          </a:p>
          <a:p>
            <a:pPr algn="ctr"/>
            <a:r>
              <a:rPr lang="en-IN" sz="1400">
                <a:ea typeface="+mn-lt"/>
                <a:cs typeface="+mn-lt"/>
              </a:rPr>
              <a:t>Kestrel (8085)</a:t>
            </a:r>
            <a:endParaRPr lang="en-IN">
              <a:ea typeface="Calibri"/>
              <a:cs typeface="Calibri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0E49064-B37B-A25E-E3EC-4DA639AEF71F}"/>
              </a:ext>
            </a:extLst>
          </p:cNvPr>
          <p:cNvSpPr/>
          <p:nvPr/>
        </p:nvSpPr>
        <p:spPr>
          <a:xfrm>
            <a:off x="10213415" y="4337182"/>
            <a:ext cx="1694627" cy="14734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IN" b="1">
                <a:solidFill>
                  <a:srgbClr val="000000"/>
                </a:solidFill>
                <a:ea typeface="Calibri"/>
                <a:cs typeface="Calibri"/>
              </a:rPr>
              <a:t>Shipping</a:t>
            </a:r>
          </a:p>
          <a:p>
            <a:pPr algn="ctr"/>
            <a:r>
              <a:rPr lang="en-IN" b="1">
                <a:solidFill>
                  <a:srgbClr val="000000"/>
                </a:solidFill>
                <a:ea typeface="Calibri"/>
                <a:cs typeface="Calibri"/>
              </a:rPr>
              <a:t>service</a:t>
            </a:r>
            <a:endParaRPr lang="en-US">
              <a:solidFill>
                <a:srgbClr val="FFFFFF"/>
              </a:solidFill>
              <a:ea typeface="Calibri"/>
              <a:cs typeface="Calibri"/>
            </a:endParaRPr>
          </a:p>
          <a:p>
            <a:pPr algn="ctr"/>
            <a:r>
              <a:rPr lang="en-IN" sz="1400">
                <a:solidFill>
                  <a:srgbClr val="000000"/>
                </a:solidFill>
                <a:ea typeface="Calibri"/>
                <a:cs typeface="Calibri"/>
              </a:rPr>
              <a:t> Java + Spring Boot</a:t>
            </a:r>
          </a:p>
          <a:p>
            <a:pPr algn="ctr"/>
            <a:endParaRPr lang="en-IN" sz="1400">
              <a:ea typeface="+mn-lt"/>
              <a:cs typeface="+mn-lt"/>
            </a:endParaRPr>
          </a:p>
          <a:p>
            <a:pPr algn="ctr"/>
            <a:r>
              <a:rPr lang="en-IN" sz="1400">
                <a:ea typeface="+mn-lt"/>
                <a:cs typeface="+mn-lt"/>
              </a:rPr>
              <a:t>Tomcat (8086)</a:t>
            </a:r>
            <a:endParaRPr lang="en-IN">
              <a:ea typeface="Calibri"/>
              <a:cs typeface="Calibri"/>
            </a:endParaRPr>
          </a:p>
        </p:txBody>
      </p:sp>
      <p:sp>
        <p:nvSpPr>
          <p:cNvPr id="18" name="Speech Bubble: Rectangle with Corners Rounded 17">
            <a:extLst>
              <a:ext uri="{FF2B5EF4-FFF2-40B4-BE49-F238E27FC236}">
                <a16:creationId xmlns:a16="http://schemas.microsoft.com/office/drawing/2014/main" id="{400053FB-EDC7-F161-5AFA-1C2CC72F0231}"/>
              </a:ext>
            </a:extLst>
          </p:cNvPr>
          <p:cNvSpPr/>
          <p:nvPr/>
        </p:nvSpPr>
        <p:spPr>
          <a:xfrm>
            <a:off x="4187869" y="3130963"/>
            <a:ext cx="2979922" cy="414643"/>
          </a:xfrm>
          <a:prstGeom prst="wedgeRoundRectCallou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>
                <a:solidFill>
                  <a:srgbClr val="000000"/>
                </a:solidFill>
                <a:ea typeface="Calibri"/>
                <a:cs typeface="Calibri"/>
              </a:rPr>
              <a:t>E-Commerce</a:t>
            </a:r>
          </a:p>
          <a:p>
            <a:pPr algn="ctr"/>
            <a:endParaRPr lang="en-US">
              <a:solidFill>
                <a:srgbClr val="000000"/>
              </a:solidFill>
              <a:ea typeface="Calibri"/>
              <a:cs typeface="Calibri"/>
            </a:endParaRPr>
          </a:p>
        </p:txBody>
      </p:sp>
      <p:pic>
        <p:nvPicPr>
          <p:cNvPr id="19" name="Graphic 18" descr="Database with solid fill">
            <a:extLst>
              <a:ext uri="{FF2B5EF4-FFF2-40B4-BE49-F238E27FC236}">
                <a16:creationId xmlns:a16="http://schemas.microsoft.com/office/drawing/2014/main" id="{4202F3CF-F842-CBA8-7DBE-749B5B077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0273" y="5979018"/>
            <a:ext cx="399247" cy="409979"/>
          </a:xfrm>
          <a:prstGeom prst="rect">
            <a:avLst/>
          </a:prstGeom>
        </p:spPr>
      </p:pic>
      <p:pic>
        <p:nvPicPr>
          <p:cNvPr id="20" name="Graphic 19" descr="Database with solid fill">
            <a:extLst>
              <a:ext uri="{FF2B5EF4-FFF2-40B4-BE49-F238E27FC236}">
                <a16:creationId xmlns:a16="http://schemas.microsoft.com/office/drawing/2014/main" id="{F5421D65-84DB-43A4-A110-2C9C0C59F0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40533" y="5979018"/>
            <a:ext cx="399247" cy="409979"/>
          </a:xfrm>
          <a:prstGeom prst="rect">
            <a:avLst/>
          </a:prstGeom>
        </p:spPr>
      </p:pic>
      <p:pic>
        <p:nvPicPr>
          <p:cNvPr id="21" name="Graphic 20" descr="Database with solid fill">
            <a:extLst>
              <a:ext uri="{FF2B5EF4-FFF2-40B4-BE49-F238E27FC236}">
                <a16:creationId xmlns:a16="http://schemas.microsoft.com/office/drawing/2014/main" id="{49AFF68C-FA7D-2C6B-B93F-6AA353A151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61632" y="5979018"/>
            <a:ext cx="399247" cy="409979"/>
          </a:xfrm>
          <a:prstGeom prst="rect">
            <a:avLst/>
          </a:prstGeom>
        </p:spPr>
      </p:pic>
      <p:pic>
        <p:nvPicPr>
          <p:cNvPr id="22" name="Graphic 21" descr="Database with solid fill">
            <a:extLst>
              <a:ext uri="{FF2B5EF4-FFF2-40B4-BE49-F238E27FC236}">
                <a16:creationId xmlns:a16="http://schemas.microsoft.com/office/drawing/2014/main" id="{00385E03-C702-3F93-6D9D-F2E4043035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04195" y="5979018"/>
            <a:ext cx="399247" cy="409979"/>
          </a:xfrm>
          <a:prstGeom prst="rect">
            <a:avLst/>
          </a:prstGeom>
        </p:spPr>
      </p:pic>
      <p:pic>
        <p:nvPicPr>
          <p:cNvPr id="23" name="Graphic 22" descr="Database with solid fill">
            <a:extLst>
              <a:ext uri="{FF2B5EF4-FFF2-40B4-BE49-F238E27FC236}">
                <a16:creationId xmlns:a16="http://schemas.microsoft.com/office/drawing/2014/main" id="{7CD7E317-0094-25E1-C16F-45EE8F6FA5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97012" y="5979018"/>
            <a:ext cx="399247" cy="409979"/>
          </a:xfrm>
          <a:prstGeom prst="rect">
            <a:avLst/>
          </a:prstGeom>
        </p:spPr>
      </p:pic>
      <p:pic>
        <p:nvPicPr>
          <p:cNvPr id="24" name="Graphic 23" descr="Database with solid fill">
            <a:extLst>
              <a:ext uri="{FF2B5EF4-FFF2-40B4-BE49-F238E27FC236}">
                <a16:creationId xmlns:a16="http://schemas.microsoft.com/office/drawing/2014/main" id="{4D0C6FF4-625E-A20C-FFBC-3E7CBB7C65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07378" y="5979017"/>
            <a:ext cx="399247" cy="409979"/>
          </a:xfrm>
          <a:prstGeom prst="rect">
            <a:avLst/>
          </a:prstGeom>
        </p:spPr>
      </p:pic>
      <p:sp>
        <p:nvSpPr>
          <p:cNvPr id="31" name="Speech Bubble: Rectangle with Corners Rounded 30">
            <a:extLst>
              <a:ext uri="{FF2B5EF4-FFF2-40B4-BE49-F238E27FC236}">
                <a16:creationId xmlns:a16="http://schemas.microsoft.com/office/drawing/2014/main" id="{968F8B78-A53B-1E8A-9FBE-03FB2B32B013}"/>
              </a:ext>
            </a:extLst>
          </p:cNvPr>
          <p:cNvSpPr/>
          <p:nvPr/>
        </p:nvSpPr>
        <p:spPr>
          <a:xfrm>
            <a:off x="874951" y="6039731"/>
            <a:ext cx="1011367" cy="280936"/>
          </a:xfrm>
          <a:prstGeom prst="wedgeRoundRectCallou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ea typeface="+mn-lt"/>
                <a:cs typeface="+mn-lt"/>
              </a:rPr>
              <a:t>PostgreSQL</a:t>
            </a:r>
            <a:endParaRPr lang="en-US" sz="1200">
              <a:ea typeface="Calibri"/>
              <a:cs typeface="Calibri"/>
            </a:endParaRPr>
          </a:p>
        </p:txBody>
      </p:sp>
      <p:sp>
        <p:nvSpPr>
          <p:cNvPr id="33" name="Speech Bubble: Rectangle with Corners Rounded 32">
            <a:extLst>
              <a:ext uri="{FF2B5EF4-FFF2-40B4-BE49-F238E27FC236}">
                <a16:creationId xmlns:a16="http://schemas.microsoft.com/office/drawing/2014/main" id="{EB703E50-7B61-74B6-F6D8-7C0C827A81C7}"/>
              </a:ext>
            </a:extLst>
          </p:cNvPr>
          <p:cNvSpPr/>
          <p:nvPr/>
        </p:nvSpPr>
        <p:spPr>
          <a:xfrm>
            <a:off x="4751176" y="6049757"/>
            <a:ext cx="1011367" cy="280936"/>
          </a:xfrm>
          <a:prstGeom prst="wedgeRoundRectCallou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ea typeface="+mn-lt"/>
                <a:cs typeface="+mn-lt"/>
              </a:rPr>
              <a:t>PostgreSQL</a:t>
            </a:r>
            <a:endParaRPr lang="en-US" sz="1200">
              <a:ea typeface="Calibri"/>
              <a:cs typeface="Calibri"/>
            </a:endParaRPr>
          </a:p>
        </p:txBody>
      </p:sp>
      <p:sp>
        <p:nvSpPr>
          <p:cNvPr id="34" name="Speech Bubble: Rectangle with Corners Rounded 33">
            <a:extLst>
              <a:ext uri="{FF2B5EF4-FFF2-40B4-BE49-F238E27FC236}">
                <a16:creationId xmlns:a16="http://schemas.microsoft.com/office/drawing/2014/main" id="{5E1A9D95-0EF5-2B37-3675-59D43979F5DD}"/>
              </a:ext>
            </a:extLst>
          </p:cNvPr>
          <p:cNvSpPr/>
          <p:nvPr/>
        </p:nvSpPr>
        <p:spPr>
          <a:xfrm>
            <a:off x="10719516" y="6038870"/>
            <a:ext cx="1011367" cy="280936"/>
          </a:xfrm>
          <a:prstGeom prst="wedgeRoundRectCallou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ea typeface="+mn-lt"/>
                <a:cs typeface="+mn-lt"/>
              </a:rPr>
              <a:t>PostgreSQL</a:t>
            </a:r>
            <a:endParaRPr lang="en-US" sz="1200">
              <a:ea typeface="Calibri"/>
              <a:cs typeface="Calibri"/>
            </a:endParaRPr>
          </a:p>
        </p:txBody>
      </p:sp>
      <p:sp>
        <p:nvSpPr>
          <p:cNvPr id="35" name="Speech Bubble: Rectangle with Corners Rounded 34">
            <a:extLst>
              <a:ext uri="{FF2B5EF4-FFF2-40B4-BE49-F238E27FC236}">
                <a16:creationId xmlns:a16="http://schemas.microsoft.com/office/drawing/2014/main" id="{B22B7670-15E1-B2E3-9B95-A325CEA84F6D}"/>
              </a:ext>
            </a:extLst>
          </p:cNvPr>
          <p:cNvSpPr/>
          <p:nvPr/>
        </p:nvSpPr>
        <p:spPr>
          <a:xfrm>
            <a:off x="2847386" y="6038871"/>
            <a:ext cx="1011367" cy="280936"/>
          </a:xfrm>
          <a:prstGeom prst="wedgeRoundRectCallou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ea typeface="+mn-lt"/>
                <a:cs typeface="+mn-lt"/>
              </a:rPr>
              <a:t>MongoDB</a:t>
            </a:r>
            <a:endParaRPr lang="en-US"/>
          </a:p>
        </p:txBody>
      </p:sp>
      <p:sp>
        <p:nvSpPr>
          <p:cNvPr id="36" name="Speech Bubble: Rectangle with Corners Rounded 35">
            <a:extLst>
              <a:ext uri="{FF2B5EF4-FFF2-40B4-BE49-F238E27FC236}">
                <a16:creationId xmlns:a16="http://schemas.microsoft.com/office/drawing/2014/main" id="{AD968F24-E7FB-19FC-774A-493806C6359F}"/>
              </a:ext>
            </a:extLst>
          </p:cNvPr>
          <p:cNvSpPr/>
          <p:nvPr/>
        </p:nvSpPr>
        <p:spPr>
          <a:xfrm>
            <a:off x="6690812" y="6049757"/>
            <a:ext cx="1011367" cy="280936"/>
          </a:xfrm>
          <a:prstGeom prst="wedgeRoundRectCallou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ea typeface="+mn-lt"/>
                <a:cs typeface="+mn-lt"/>
              </a:rPr>
              <a:t>Redis</a:t>
            </a:r>
            <a:endParaRPr lang="en-US"/>
          </a:p>
        </p:txBody>
      </p:sp>
      <p:sp>
        <p:nvSpPr>
          <p:cNvPr id="37" name="Speech Bubble: Rectangle with Corners Rounded 36">
            <a:extLst>
              <a:ext uri="{FF2B5EF4-FFF2-40B4-BE49-F238E27FC236}">
                <a16:creationId xmlns:a16="http://schemas.microsoft.com/office/drawing/2014/main" id="{B2785F84-2B43-D836-E54E-FDBAE3BC29B4}"/>
              </a:ext>
            </a:extLst>
          </p:cNvPr>
          <p:cNvSpPr/>
          <p:nvPr/>
        </p:nvSpPr>
        <p:spPr>
          <a:xfrm>
            <a:off x="8694251" y="6049454"/>
            <a:ext cx="1011367" cy="280936"/>
          </a:xfrm>
          <a:prstGeom prst="wedgeRoundRectCallou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ea typeface="+mn-lt"/>
                <a:cs typeface="+mn-lt"/>
              </a:rPr>
              <a:t>Cassandra</a:t>
            </a:r>
            <a:endParaRPr lang="en-US"/>
          </a:p>
        </p:txBody>
      </p:sp>
      <p:pic>
        <p:nvPicPr>
          <p:cNvPr id="40" name="Picture 39" descr="Glider Offers A Clean And Elegant Way To Compile And - Programming Languages  Icons Png Transparent PNG - 798x638 - Free Download on NicePNG">
            <a:extLst>
              <a:ext uri="{FF2B5EF4-FFF2-40B4-BE49-F238E27FC236}">
                <a16:creationId xmlns:a16="http://schemas.microsoft.com/office/drawing/2014/main" id="{C223FE9B-7A81-8D49-886F-67318CF066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5268" y="1357717"/>
            <a:ext cx="2231856" cy="191672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B0E4126-F846-8CE4-39AA-6F1B96C337E8}"/>
              </a:ext>
            </a:extLst>
          </p:cNvPr>
          <p:cNvCxnSpPr/>
          <p:nvPr/>
        </p:nvCxnSpPr>
        <p:spPr>
          <a:xfrm>
            <a:off x="345948" y="3961209"/>
            <a:ext cx="11331281" cy="12966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2A1AF78-A31D-0BC0-9AD5-748BA32A67E4}"/>
              </a:ext>
            </a:extLst>
          </p:cNvPr>
          <p:cNvCxnSpPr/>
          <p:nvPr/>
        </p:nvCxnSpPr>
        <p:spPr>
          <a:xfrm>
            <a:off x="1040276" y="3965402"/>
            <a:ext cx="8700" cy="3742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341ACDD-B11B-B132-953B-0C7DB2DE5D04}"/>
              </a:ext>
            </a:extLst>
          </p:cNvPr>
          <p:cNvCxnSpPr>
            <a:cxnSpLocks/>
          </p:cNvCxnSpPr>
          <p:nvPr/>
        </p:nvCxnSpPr>
        <p:spPr>
          <a:xfrm flipH="1">
            <a:off x="3106376" y="3965402"/>
            <a:ext cx="2185" cy="3742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EA86DAA-EB7A-2877-0525-D59CF11CC5DD}"/>
              </a:ext>
            </a:extLst>
          </p:cNvPr>
          <p:cNvCxnSpPr>
            <a:cxnSpLocks/>
          </p:cNvCxnSpPr>
          <p:nvPr/>
        </p:nvCxnSpPr>
        <p:spPr>
          <a:xfrm>
            <a:off x="5133303" y="3965401"/>
            <a:ext cx="8701" cy="3633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8C5D0F7-C454-A7B5-1082-61F27643704A}"/>
              </a:ext>
            </a:extLst>
          </p:cNvPr>
          <p:cNvCxnSpPr>
            <a:cxnSpLocks/>
          </p:cNvCxnSpPr>
          <p:nvPr/>
        </p:nvCxnSpPr>
        <p:spPr>
          <a:xfrm>
            <a:off x="7036942" y="3965401"/>
            <a:ext cx="8700" cy="3742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8D8D0F6-BAB9-C7FE-AF3D-BDB08D093B42}"/>
              </a:ext>
            </a:extLst>
          </p:cNvPr>
          <p:cNvCxnSpPr>
            <a:cxnSpLocks/>
          </p:cNvCxnSpPr>
          <p:nvPr/>
        </p:nvCxnSpPr>
        <p:spPr>
          <a:xfrm flipH="1">
            <a:off x="8919347" y="3965402"/>
            <a:ext cx="2185" cy="3633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028555D-963F-E8D0-56FD-AE59AC78FBBC}"/>
              </a:ext>
            </a:extLst>
          </p:cNvPr>
          <p:cNvCxnSpPr>
            <a:cxnSpLocks/>
          </p:cNvCxnSpPr>
          <p:nvPr/>
        </p:nvCxnSpPr>
        <p:spPr>
          <a:xfrm>
            <a:off x="11011590" y="3965402"/>
            <a:ext cx="30472" cy="3742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A5532E8-1AF4-BC35-7F14-8667C8FE2B20}"/>
              </a:ext>
            </a:extLst>
          </p:cNvPr>
          <p:cNvCxnSpPr>
            <a:cxnSpLocks/>
          </p:cNvCxnSpPr>
          <p:nvPr/>
        </p:nvCxnSpPr>
        <p:spPr>
          <a:xfrm>
            <a:off x="5612276" y="3540858"/>
            <a:ext cx="8701" cy="3525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BB1C625-21CD-7A2D-CA44-33264B253972}"/>
              </a:ext>
            </a:extLst>
          </p:cNvPr>
          <p:cNvSpPr txBox="1"/>
          <p:nvPr/>
        </p:nvSpPr>
        <p:spPr>
          <a:xfrm>
            <a:off x="448575" y="488358"/>
            <a:ext cx="1023037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en-US" sz="2800">
                <a:solidFill>
                  <a:srgbClr val="010086"/>
                </a:solidFill>
                <a:latin typeface="Century Gothic"/>
                <a:ea typeface="+mn-lt"/>
                <a:cs typeface="+mn-lt"/>
              </a:rPr>
              <a:t>Microservices Implementation Guide : E-Commerce </a:t>
            </a:r>
            <a:endParaRPr lang="en-US" sz="2800">
              <a:latin typeface="Century Gothic"/>
            </a:endParaRPr>
          </a:p>
        </p:txBody>
      </p:sp>
      <p:pic>
        <p:nvPicPr>
          <p:cNvPr id="41" name="Graphic 6" descr="Shopping cart with solid fill">
            <a:extLst>
              <a:ext uri="{FF2B5EF4-FFF2-40B4-BE49-F238E27FC236}">
                <a16:creationId xmlns:a16="http://schemas.microsoft.com/office/drawing/2014/main" id="{E5D8C156-6F5D-D4A2-FA6A-DC99F3F9A5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00306" y="493435"/>
            <a:ext cx="457200" cy="44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218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5C358-F468-615C-E1F6-142CC3673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6941BE-0A15-01BB-3B30-E351F6192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IN" sz="1800" b="1"/>
              <a:t>Step 3: </a:t>
            </a:r>
            <a:r>
              <a:rPr lang="en-IN" sz="1800" b="1">
                <a:ea typeface="+mn-lt"/>
                <a:cs typeface="+mn-lt"/>
              </a:rPr>
              <a:t>Define APIs</a:t>
            </a:r>
            <a:endParaRPr lang="en-US" sz="1800" b="1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IN">
                <a:ea typeface="+mn-lt"/>
                <a:cs typeface="+mn-lt"/>
              </a:rPr>
              <a:t>Document and define RESTful APIs</a:t>
            </a:r>
            <a:endParaRPr lang="en-IN"/>
          </a:p>
          <a:p>
            <a:pPr marL="0" indent="0">
              <a:buNone/>
            </a:pPr>
            <a:r>
              <a:rPr lang="en-IN" b="1">
                <a:ea typeface="+mn-lt"/>
                <a:cs typeface="+mn-lt"/>
              </a:rPr>
              <a:t>Tools</a:t>
            </a:r>
            <a:r>
              <a:rPr lang="en-IN">
                <a:ea typeface="+mn-lt"/>
                <a:cs typeface="+mn-lt"/>
              </a:rPr>
              <a:t>:</a:t>
            </a:r>
            <a:endParaRPr lang="en-IN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400">
                <a:ea typeface="+mn-lt"/>
                <a:cs typeface="+mn-lt"/>
              </a:rPr>
              <a:t>Swagger/OpenAPI, API Blueprint</a:t>
            </a:r>
            <a:endParaRPr lang="en-IN" sz="1400"/>
          </a:p>
          <a:p>
            <a:pPr marL="0" indent="0">
              <a:buNone/>
            </a:pPr>
            <a:r>
              <a:rPr lang="en-IN" b="1">
                <a:latin typeface="Calibri"/>
                <a:ea typeface="+mn-lt"/>
                <a:cs typeface="+mn-lt"/>
              </a:rPr>
              <a:t>Example</a:t>
            </a:r>
            <a:r>
              <a:rPr lang="en-IN">
                <a:ea typeface="+mn-lt"/>
                <a:cs typeface="+mn-lt"/>
              </a:rPr>
              <a:t>:</a:t>
            </a:r>
            <a:endParaRPr lang="en-IN">
              <a:ea typeface="Calibri" panose="020F0502020204030204"/>
              <a:cs typeface="Calibri" panose="020F0502020204030204"/>
            </a:endParaRPr>
          </a:p>
          <a:p>
            <a:pPr lvl="1"/>
            <a:endParaRPr lang="en-IN" b="1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98DC8A-8623-6201-4006-F59DE9E24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3735547-B499-4273-BF07-F756EAEC2F73}" type="slidenum">
              <a:rPr lang="en-IN" smtClean="0"/>
              <a:t>8</a:t>
            </a:fld>
            <a:endParaRPr lang="en-IN"/>
          </a:p>
        </p:txBody>
      </p:sp>
      <p:pic>
        <p:nvPicPr>
          <p:cNvPr id="20" name="Picture 19" descr="MIGRATE SWAGGER 2.0 TO OPENAPI 3.0 FOR AN API BUILT WITH EXPRESS AND SWAGGER-TOOLS  TESTED WITH DREDD. | by Joan Ortega | Coorpacademy | Medium">
            <a:extLst>
              <a:ext uri="{FF2B5EF4-FFF2-40B4-BE49-F238E27FC236}">
                <a16:creationId xmlns:a16="http://schemas.microsoft.com/office/drawing/2014/main" id="{52B6BE6F-88F9-8081-50C8-13C69D749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191" y="1215118"/>
            <a:ext cx="2962275" cy="139065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B572776-92D8-5426-EFCA-E277765838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2109346"/>
              </p:ext>
            </p:extLst>
          </p:nvPr>
        </p:nvGraphicFramePr>
        <p:xfrm>
          <a:off x="740228" y="2895599"/>
          <a:ext cx="10754106" cy="3269510"/>
        </p:xfrm>
        <a:graphic>
          <a:graphicData uri="http://schemas.openxmlformats.org/drawingml/2006/table">
            <a:tbl>
              <a:tblPr bandRow="1">
                <a:tableStyleId>{3B4B98B0-60AC-42C2-AFA5-B58CD77FA1E5}</a:tableStyleId>
              </a:tblPr>
              <a:tblGrid>
                <a:gridCol w="5377053">
                  <a:extLst>
                    <a:ext uri="{9D8B030D-6E8A-4147-A177-3AD203B41FA5}">
                      <a16:colId xmlns:a16="http://schemas.microsoft.com/office/drawing/2014/main" val="3623041493"/>
                    </a:ext>
                  </a:extLst>
                </a:gridCol>
                <a:gridCol w="5377053">
                  <a:extLst>
                    <a:ext uri="{9D8B030D-6E8A-4147-A177-3AD203B41FA5}">
                      <a16:colId xmlns:a16="http://schemas.microsoft.com/office/drawing/2014/main" val="1092133926"/>
                    </a:ext>
                  </a:extLst>
                </a:gridCol>
              </a:tblGrid>
              <a:tr h="3240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Services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API Endpoints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1475635"/>
                  </a:ext>
                </a:extLst>
              </a:tr>
              <a:tr h="586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Product-service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- GET /products </a:t>
                      </a:r>
                      <a:br>
                        <a:rPr lang="en-US" sz="1400"/>
                      </a:br>
                      <a:r>
                        <a:rPr lang="en-US" sz="1400"/>
                        <a:t>- GET /products/{id}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6783633"/>
                  </a:ext>
                </a:extLst>
              </a:tr>
              <a:tr h="586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Order-service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- POST /orders </a:t>
                      </a:r>
                      <a:br>
                        <a:rPr lang="en-US" sz="1400"/>
                      </a:br>
                      <a:r>
                        <a:rPr lang="en-US" sz="1400"/>
                        <a:t>- GET /orders/user/{</a:t>
                      </a:r>
                      <a:r>
                        <a:rPr lang="en-US" sz="1400" err="1"/>
                        <a:t>userId</a:t>
                      </a:r>
                      <a:r>
                        <a:rPr lang="en-US" sz="1400"/>
                        <a:t>}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7863466"/>
                  </a:ext>
                </a:extLst>
              </a:tr>
              <a:tr h="586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Payment-service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- POST /payments </a:t>
                      </a:r>
                      <a:br>
                        <a:rPr lang="en-US" sz="1400"/>
                      </a:br>
                      <a:r>
                        <a:rPr lang="en-US" sz="1400"/>
                        <a:t>- GET /payments/status/{</a:t>
                      </a:r>
                      <a:r>
                        <a:rPr lang="en-US" sz="1400" err="1"/>
                        <a:t>paymentId</a:t>
                      </a:r>
                      <a:r>
                        <a:rPr lang="en-US" sz="1400"/>
                        <a:t>}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7577274"/>
                  </a:ext>
                </a:extLst>
              </a:tr>
              <a:tr h="586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Inventory-service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- GET /inventory/{</a:t>
                      </a:r>
                      <a:r>
                        <a:rPr lang="en-US" sz="1400" err="1"/>
                        <a:t>productId</a:t>
                      </a:r>
                      <a:r>
                        <a:rPr lang="en-US" sz="1400"/>
                        <a:t>} </a:t>
                      </a:r>
                      <a:br>
                        <a:rPr lang="en-US" sz="1400"/>
                      </a:br>
                      <a:r>
                        <a:rPr lang="en-US" sz="1400"/>
                        <a:t>- PATCH /inventory/update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4528888"/>
                  </a:ext>
                </a:extLst>
              </a:tr>
              <a:tr h="586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Shipping-service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- GET /shipping/{</a:t>
                      </a:r>
                      <a:r>
                        <a:rPr lang="en-US" sz="1400" err="1"/>
                        <a:t>orderId</a:t>
                      </a:r>
                      <a:r>
                        <a:rPr lang="en-US" sz="1400"/>
                        <a:t>} </a:t>
                      </a:r>
                      <a:br>
                        <a:rPr lang="en-US" sz="1400"/>
                      </a:br>
                      <a:r>
                        <a:rPr lang="en-US" sz="1400"/>
                        <a:t>- POST /shipping/schedule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08796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8DAF692-290A-46C5-93AE-3B80A5E2ED17}"/>
              </a:ext>
            </a:extLst>
          </p:cNvPr>
          <p:cNvSpPr txBox="1"/>
          <p:nvPr/>
        </p:nvSpPr>
        <p:spPr>
          <a:xfrm>
            <a:off x="448575" y="488358"/>
            <a:ext cx="1023037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en-US" sz="2800">
                <a:solidFill>
                  <a:srgbClr val="010086"/>
                </a:solidFill>
                <a:latin typeface="Century Gothic"/>
                <a:ea typeface="+mn-lt"/>
                <a:cs typeface="+mn-lt"/>
              </a:rPr>
              <a:t>Microservices Implementation Guide : E-Commerce </a:t>
            </a:r>
            <a:endParaRPr lang="en-US" sz="2800">
              <a:latin typeface="Century Gothic"/>
            </a:endParaRPr>
          </a:p>
        </p:txBody>
      </p:sp>
      <p:pic>
        <p:nvPicPr>
          <p:cNvPr id="9" name="Graphic 6" descr="Shopping cart with solid fill">
            <a:extLst>
              <a:ext uri="{FF2B5EF4-FFF2-40B4-BE49-F238E27FC236}">
                <a16:creationId xmlns:a16="http://schemas.microsoft.com/office/drawing/2014/main" id="{6C9472F7-D994-DC0C-8383-6EBC75A2E4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00306" y="493435"/>
            <a:ext cx="457200" cy="44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223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F90FC-E1FE-D118-2A7A-2D4CF47DF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A62B3B-8AD6-0629-7AF6-9046624199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IN" sz="1800" b="1"/>
              <a:t>Step 4 : </a:t>
            </a:r>
            <a:r>
              <a:rPr lang="en-IN" sz="1800" b="1">
                <a:ea typeface="+mn-lt"/>
                <a:cs typeface="+mn-lt"/>
              </a:rPr>
              <a:t>Communication Between Services</a:t>
            </a:r>
            <a:endParaRPr lang="en-US" sz="1800" b="1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IN">
                <a:ea typeface="+mn-lt"/>
                <a:cs typeface="+mn-lt"/>
              </a:rPr>
              <a:t>Connect services synchronously or asynchronously.</a:t>
            </a:r>
            <a:endParaRPr lang="en-IN"/>
          </a:p>
          <a:p>
            <a:pPr marL="0" indent="0">
              <a:buNone/>
            </a:pPr>
            <a:r>
              <a:rPr lang="en-IN" b="1">
                <a:ea typeface="+mn-lt"/>
                <a:cs typeface="+mn-lt"/>
              </a:rPr>
              <a:t>Tools</a:t>
            </a:r>
            <a:r>
              <a:rPr lang="en-IN">
                <a:ea typeface="+mn-lt"/>
                <a:cs typeface="+mn-lt"/>
              </a:rPr>
              <a:t>:</a:t>
            </a:r>
            <a:endParaRPr lang="en-IN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400">
                <a:ea typeface="+mn-lt"/>
                <a:cs typeface="+mn-lt"/>
              </a:rPr>
              <a:t>REST, </a:t>
            </a:r>
            <a:r>
              <a:rPr lang="en-IN" sz="1400" err="1">
                <a:ea typeface="+mn-lt"/>
                <a:cs typeface="+mn-lt"/>
              </a:rPr>
              <a:t>gRPC</a:t>
            </a:r>
            <a:r>
              <a:rPr lang="en-IN" sz="1400">
                <a:ea typeface="+mn-lt"/>
                <a:cs typeface="+mn-lt"/>
              </a:rPr>
              <a:t>, Kafka, RabbitMQ</a:t>
            </a:r>
            <a:endParaRPr lang="en-IN" sz="1400"/>
          </a:p>
          <a:p>
            <a:pPr marL="0" indent="0">
              <a:buNone/>
            </a:pPr>
            <a:r>
              <a:rPr lang="en-IN" b="1">
                <a:latin typeface="Calibri"/>
                <a:ea typeface="+mn-lt"/>
                <a:cs typeface="+mn-lt"/>
              </a:rPr>
              <a:t>Example</a:t>
            </a:r>
            <a:r>
              <a:rPr lang="en-IN">
                <a:ea typeface="+mn-lt"/>
                <a:cs typeface="+mn-lt"/>
              </a:rPr>
              <a:t>:</a:t>
            </a:r>
            <a:endParaRPr lang="en-IN"/>
          </a:p>
          <a:p>
            <a:pPr marL="457200" indent="0">
              <a:buNone/>
            </a:pPr>
            <a:endParaRPr lang="en-IN" sz="1400">
              <a:latin typeface="Consolas"/>
              <a:ea typeface="Calibri" panose="020F0502020204030204"/>
              <a:cs typeface="Calibri" panose="020F0502020204030204"/>
            </a:endParaRPr>
          </a:p>
          <a:p>
            <a:pPr lvl="1"/>
            <a:endParaRPr lang="en-IN" b="1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BA1E01-96F5-0B84-5A98-BF468C711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3735547-B499-4273-BF07-F756EAEC2F73}" type="slidenum">
              <a:rPr lang="en-IN" smtClean="0"/>
              <a:t>9</a:t>
            </a:fld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D0E6CC-3625-3CE2-C669-1D0B92166E09}"/>
              </a:ext>
            </a:extLst>
          </p:cNvPr>
          <p:cNvSpPr txBox="1"/>
          <p:nvPr/>
        </p:nvSpPr>
        <p:spPr>
          <a:xfrm>
            <a:off x="279146" y="2796042"/>
            <a:ext cx="5040319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ea typeface="Calibri"/>
                <a:cs typeface="Calibri"/>
              </a:rPr>
              <a:t>Synchronous Communication </a:t>
            </a:r>
            <a:endParaRPr lang="en-US" sz="1400" b="1">
              <a:ea typeface="+mn-lt"/>
              <a:cs typeface="+mn-lt"/>
            </a:endParaRPr>
          </a:p>
          <a:p>
            <a:pPr algn="ctr"/>
            <a:r>
              <a:rPr lang="en-US" sz="1400">
                <a:ea typeface="+mn-lt"/>
                <a:cs typeface="+mn-lt"/>
              </a:rPr>
              <a:t>(Request-Response)</a:t>
            </a:r>
            <a:endParaRPr lang="en-US" sz="1400">
              <a:ea typeface="Calibri"/>
              <a:cs typeface="Calibri"/>
            </a:endParaRPr>
          </a:p>
          <a:p>
            <a:pPr algn="ctr"/>
            <a:r>
              <a:rPr lang="en-US" sz="1400">
                <a:ea typeface="+mn-lt"/>
                <a:cs typeface="+mn-lt"/>
              </a:rPr>
              <a:t>One service directly </a:t>
            </a:r>
            <a:r>
              <a:rPr lang="en-US" sz="1400" b="1">
                <a:ea typeface="+mn-lt"/>
                <a:cs typeface="+mn-lt"/>
              </a:rPr>
              <a:t>calls another service’s endpoint</a:t>
            </a:r>
            <a:endParaRPr lang="en-US"/>
          </a:p>
        </p:txBody>
      </p:sp>
      <p:sp>
        <p:nvSpPr>
          <p:cNvPr id="976" name="TextBox 975">
            <a:extLst>
              <a:ext uri="{FF2B5EF4-FFF2-40B4-BE49-F238E27FC236}">
                <a16:creationId xmlns:a16="http://schemas.microsoft.com/office/drawing/2014/main" id="{576D86D2-634D-2D01-0F1E-179BFBCE62D8}"/>
              </a:ext>
            </a:extLst>
          </p:cNvPr>
          <p:cNvSpPr txBox="1"/>
          <p:nvPr/>
        </p:nvSpPr>
        <p:spPr>
          <a:xfrm>
            <a:off x="7839711" y="2867257"/>
            <a:ext cx="838268" cy="2286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994" name="TextBox 993">
            <a:extLst>
              <a:ext uri="{FF2B5EF4-FFF2-40B4-BE49-F238E27FC236}">
                <a16:creationId xmlns:a16="http://schemas.microsoft.com/office/drawing/2014/main" id="{BF2DE222-5CA6-ED53-D72A-7B567ADB0049}"/>
              </a:ext>
            </a:extLst>
          </p:cNvPr>
          <p:cNvSpPr txBox="1"/>
          <p:nvPr/>
        </p:nvSpPr>
        <p:spPr>
          <a:xfrm>
            <a:off x="1938263" y="3914975"/>
            <a:ext cx="1751344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50">
                <a:ea typeface="Calibri"/>
                <a:cs typeface="Calibri"/>
              </a:rPr>
              <a:t>REST API Call </a:t>
            </a:r>
            <a:endParaRPr lang="en-US"/>
          </a:p>
          <a:p>
            <a:pPr algn="ctr"/>
            <a:r>
              <a:rPr lang="en-US" sz="1050">
                <a:ea typeface="Calibri"/>
                <a:cs typeface="Calibri"/>
              </a:rPr>
              <a:t>(HTTP)</a:t>
            </a:r>
            <a:endParaRPr lang="en-US"/>
          </a:p>
        </p:txBody>
      </p:sp>
      <p:sp>
        <p:nvSpPr>
          <p:cNvPr id="1011" name="TextBox 1010">
            <a:extLst>
              <a:ext uri="{FF2B5EF4-FFF2-40B4-BE49-F238E27FC236}">
                <a16:creationId xmlns:a16="http://schemas.microsoft.com/office/drawing/2014/main" id="{76F3A47F-6A30-CE1E-6A93-3F0741308A18}"/>
              </a:ext>
            </a:extLst>
          </p:cNvPr>
          <p:cNvSpPr txBox="1"/>
          <p:nvPr/>
        </p:nvSpPr>
        <p:spPr>
          <a:xfrm>
            <a:off x="2058005" y="5232146"/>
            <a:ext cx="1500973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50">
                <a:ea typeface="Calibri"/>
                <a:cs typeface="Calibri"/>
              </a:rPr>
              <a:t>REST API Call </a:t>
            </a:r>
            <a:endParaRPr lang="en-US"/>
          </a:p>
          <a:p>
            <a:pPr algn="ctr"/>
            <a:r>
              <a:rPr lang="en-US" sz="1050">
                <a:ea typeface="Calibri"/>
                <a:cs typeface="Calibri"/>
              </a:rPr>
              <a:t>(HTTP)</a:t>
            </a:r>
            <a:endParaRPr lang="en-US"/>
          </a:p>
        </p:txBody>
      </p:sp>
      <p:sp>
        <p:nvSpPr>
          <p:cNvPr id="1076" name="TextBox 1075">
            <a:extLst>
              <a:ext uri="{FF2B5EF4-FFF2-40B4-BE49-F238E27FC236}">
                <a16:creationId xmlns:a16="http://schemas.microsoft.com/office/drawing/2014/main" id="{77F7BAE2-5562-1674-3341-055B46F94FE1}"/>
              </a:ext>
            </a:extLst>
          </p:cNvPr>
          <p:cNvSpPr txBox="1"/>
          <p:nvPr/>
        </p:nvSpPr>
        <p:spPr>
          <a:xfrm>
            <a:off x="6418689" y="2796042"/>
            <a:ext cx="5040319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 dirty="0">
                <a:ea typeface="Calibri"/>
                <a:cs typeface="Calibri"/>
              </a:rPr>
              <a:t>Asynchronous Communication </a:t>
            </a:r>
            <a:endParaRPr lang="en-US" sz="1400" b="1" dirty="0">
              <a:ea typeface="+mn-lt"/>
              <a:cs typeface="+mn-lt"/>
            </a:endParaRPr>
          </a:p>
          <a:p>
            <a:pPr algn="ctr"/>
            <a:r>
              <a:rPr lang="en-US" sz="1400" dirty="0">
                <a:ea typeface="+mn-lt"/>
                <a:cs typeface="+mn-lt"/>
              </a:rPr>
              <a:t>(Event Based – Message Broker (</a:t>
            </a:r>
            <a:r>
              <a:rPr lang="en-US" sz="1400" dirty="0" err="1">
                <a:ea typeface="+mn-lt"/>
                <a:cs typeface="+mn-lt"/>
              </a:rPr>
              <a:t>Intermediater</a:t>
            </a:r>
            <a:r>
              <a:rPr lang="en-US" sz="1400" dirty="0">
                <a:ea typeface="+mn-lt"/>
                <a:cs typeface="+mn-lt"/>
              </a:rPr>
              <a:t>))</a:t>
            </a:r>
            <a:endParaRPr lang="en-US" sz="1400" dirty="0">
              <a:ea typeface="Calibri"/>
              <a:cs typeface="Calibri"/>
            </a:endParaRPr>
          </a:p>
          <a:p>
            <a:pPr algn="ctr"/>
            <a:r>
              <a:rPr lang="en-US" sz="1400" dirty="0">
                <a:ea typeface="+mn-lt"/>
                <a:cs typeface="+mn-lt"/>
              </a:rPr>
              <a:t>One service </a:t>
            </a:r>
            <a:r>
              <a:rPr lang="en-US" sz="1400" b="1" dirty="0">
                <a:ea typeface="+mn-lt"/>
                <a:cs typeface="+mn-lt"/>
              </a:rPr>
              <a:t>publishes an event</a:t>
            </a:r>
            <a:r>
              <a:rPr lang="en-US" sz="1400" dirty="0">
                <a:ea typeface="+mn-lt"/>
                <a:cs typeface="+mn-lt"/>
              </a:rPr>
              <a:t>, others </a:t>
            </a:r>
            <a:r>
              <a:rPr lang="en-US" sz="1400" b="1" dirty="0">
                <a:ea typeface="+mn-lt"/>
                <a:cs typeface="+mn-lt"/>
              </a:rPr>
              <a:t>subscribe</a:t>
            </a:r>
            <a:endParaRPr lang="en-US" dirty="0"/>
          </a:p>
        </p:txBody>
      </p:sp>
      <p:sp>
        <p:nvSpPr>
          <p:cNvPr id="1420" name="Rectangle 1419">
            <a:extLst>
              <a:ext uri="{FF2B5EF4-FFF2-40B4-BE49-F238E27FC236}">
                <a16:creationId xmlns:a16="http://schemas.microsoft.com/office/drawing/2014/main" id="{DAFD8785-5BF9-A231-5CE5-8F4A4E9BECFF}"/>
              </a:ext>
            </a:extLst>
          </p:cNvPr>
          <p:cNvSpPr/>
          <p:nvPr/>
        </p:nvSpPr>
        <p:spPr>
          <a:xfrm>
            <a:off x="6199957" y="3892621"/>
            <a:ext cx="2053346" cy="2374221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>
                <a:ea typeface="Calibri"/>
                <a:cs typeface="Calibri"/>
              </a:rPr>
              <a:t>Order Service</a:t>
            </a:r>
          </a:p>
          <a:p>
            <a:r>
              <a:rPr lang="en-US" sz="1400">
                <a:ea typeface="+mn-lt"/>
                <a:cs typeface="+mn-lt"/>
              </a:rPr>
              <a:t>{</a:t>
            </a:r>
          </a:p>
          <a:p>
            <a:r>
              <a:rPr lang="en-US" sz="1400">
                <a:ea typeface="+mn-lt"/>
                <a:cs typeface="+mn-lt"/>
              </a:rPr>
              <a:t>  "event": "</a:t>
            </a:r>
            <a:r>
              <a:rPr lang="en-US" sz="1400" err="1">
                <a:ea typeface="+mn-lt"/>
                <a:cs typeface="+mn-lt"/>
              </a:rPr>
              <a:t>OrderPlaced</a:t>
            </a:r>
            <a:r>
              <a:rPr lang="en-US" sz="1400">
                <a:ea typeface="+mn-lt"/>
                <a:cs typeface="+mn-lt"/>
              </a:rPr>
              <a:t>",</a:t>
            </a:r>
          </a:p>
          <a:p>
            <a:r>
              <a:rPr lang="en-US" sz="1400">
                <a:ea typeface="+mn-lt"/>
                <a:cs typeface="+mn-lt"/>
              </a:rPr>
              <a:t>  "</a:t>
            </a:r>
            <a:r>
              <a:rPr lang="en-US" sz="1400" err="1">
                <a:ea typeface="+mn-lt"/>
                <a:cs typeface="+mn-lt"/>
              </a:rPr>
              <a:t>orderId</a:t>
            </a:r>
            <a:r>
              <a:rPr lang="en-US" sz="1400">
                <a:ea typeface="+mn-lt"/>
                <a:cs typeface="+mn-lt"/>
              </a:rPr>
              <a:t>": "789",</a:t>
            </a:r>
          </a:p>
          <a:p>
            <a:r>
              <a:rPr lang="en-US" sz="1400">
                <a:ea typeface="+mn-lt"/>
                <a:cs typeface="+mn-lt"/>
              </a:rPr>
              <a:t>  "</a:t>
            </a:r>
            <a:r>
              <a:rPr lang="en-US" sz="1400" err="1">
                <a:ea typeface="+mn-lt"/>
                <a:cs typeface="+mn-lt"/>
              </a:rPr>
              <a:t>userId</a:t>
            </a:r>
            <a:r>
              <a:rPr lang="en-US" sz="1400">
                <a:ea typeface="+mn-lt"/>
                <a:cs typeface="+mn-lt"/>
              </a:rPr>
              <a:t>": "101"</a:t>
            </a:r>
          </a:p>
          <a:p>
            <a:r>
              <a:rPr lang="en-US" sz="1400">
                <a:ea typeface="+mn-lt"/>
                <a:cs typeface="+mn-lt"/>
              </a:rPr>
              <a:t>}</a:t>
            </a:r>
            <a:endParaRPr lang="en-US" sz="14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469" name="Rectangle 1468">
            <a:extLst>
              <a:ext uri="{FF2B5EF4-FFF2-40B4-BE49-F238E27FC236}">
                <a16:creationId xmlns:a16="http://schemas.microsoft.com/office/drawing/2014/main" id="{C509D07A-244C-4DD0-6264-34451719C99C}"/>
              </a:ext>
            </a:extLst>
          </p:cNvPr>
          <p:cNvSpPr/>
          <p:nvPr/>
        </p:nvSpPr>
        <p:spPr>
          <a:xfrm>
            <a:off x="9487987" y="3933261"/>
            <a:ext cx="1700921" cy="567011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>
                <a:ea typeface="+mn-lt"/>
                <a:cs typeface="+mn-lt"/>
              </a:rPr>
              <a:t>Inventory</a:t>
            </a:r>
          </a:p>
          <a:p>
            <a:pPr algn="ctr"/>
            <a:r>
              <a:rPr lang="en-US" sz="1400" b="1">
                <a:ea typeface="+mn-lt"/>
                <a:cs typeface="+mn-lt"/>
              </a:rPr>
              <a:t>service</a:t>
            </a:r>
            <a:endParaRPr lang="en-US" sz="1400" b="1">
              <a:ea typeface="Calibri"/>
              <a:cs typeface="Calibri"/>
            </a:endParaRPr>
          </a:p>
        </p:txBody>
      </p:sp>
      <p:sp>
        <p:nvSpPr>
          <p:cNvPr id="1520" name="Rectangle 1519">
            <a:extLst>
              <a:ext uri="{FF2B5EF4-FFF2-40B4-BE49-F238E27FC236}">
                <a16:creationId xmlns:a16="http://schemas.microsoft.com/office/drawing/2014/main" id="{00CA9740-977C-CE17-3BE7-8AA871DD983B}"/>
              </a:ext>
            </a:extLst>
          </p:cNvPr>
          <p:cNvSpPr/>
          <p:nvPr/>
        </p:nvSpPr>
        <p:spPr>
          <a:xfrm>
            <a:off x="9487987" y="4817181"/>
            <a:ext cx="1700921" cy="58733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chemeClr val="tx1"/>
                </a:solidFill>
                <a:ea typeface="Calibri"/>
                <a:cs typeface="Calibri"/>
              </a:rPr>
              <a:t>Payment </a:t>
            </a:r>
          </a:p>
          <a:p>
            <a:pPr algn="ctr"/>
            <a:r>
              <a:rPr lang="en-US" sz="1400" b="1">
                <a:solidFill>
                  <a:schemeClr val="tx1"/>
                </a:solidFill>
                <a:ea typeface="Calibri"/>
                <a:cs typeface="Calibri"/>
              </a:rPr>
              <a:t>Service</a:t>
            </a:r>
          </a:p>
        </p:txBody>
      </p:sp>
      <p:sp>
        <p:nvSpPr>
          <p:cNvPr id="1521" name="Rectangle 1520">
            <a:extLst>
              <a:ext uri="{FF2B5EF4-FFF2-40B4-BE49-F238E27FC236}">
                <a16:creationId xmlns:a16="http://schemas.microsoft.com/office/drawing/2014/main" id="{1258CEB6-BB3C-E927-6171-B9957C79A2D9}"/>
              </a:ext>
            </a:extLst>
          </p:cNvPr>
          <p:cNvSpPr/>
          <p:nvPr/>
        </p:nvSpPr>
        <p:spPr>
          <a:xfrm>
            <a:off x="9487987" y="5660461"/>
            <a:ext cx="1700921" cy="55685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rgbClr val="000000"/>
                </a:solidFill>
                <a:ea typeface="+mn-lt"/>
                <a:cs typeface="+mn-lt"/>
              </a:rPr>
              <a:t>Shipping</a:t>
            </a:r>
            <a:endParaRPr lang="en-US" sz="1400" b="1">
              <a:solidFill>
                <a:srgbClr val="FFFFFF"/>
              </a:solidFill>
              <a:ea typeface="+mn-lt"/>
              <a:cs typeface="+mn-lt"/>
            </a:endParaRPr>
          </a:p>
          <a:p>
            <a:pPr algn="ctr"/>
            <a:r>
              <a:rPr lang="en-US" sz="1400" b="1">
                <a:solidFill>
                  <a:srgbClr val="000000"/>
                </a:solidFill>
                <a:ea typeface="+mn-lt"/>
                <a:cs typeface="+mn-lt"/>
              </a:rPr>
              <a:t>service</a:t>
            </a:r>
            <a:endParaRPr lang="en-US" sz="1400" b="1">
              <a:ea typeface="Calibri"/>
              <a:cs typeface="Calibri"/>
            </a:endParaRPr>
          </a:p>
        </p:txBody>
      </p:sp>
      <p:cxnSp>
        <p:nvCxnSpPr>
          <p:cNvPr id="1625" name="Straight Arrow Connector 1624">
            <a:extLst>
              <a:ext uri="{FF2B5EF4-FFF2-40B4-BE49-F238E27FC236}">
                <a16:creationId xmlns:a16="http://schemas.microsoft.com/office/drawing/2014/main" id="{169FFD26-B638-BABD-00E9-F6E757863693}"/>
              </a:ext>
            </a:extLst>
          </p:cNvPr>
          <p:cNvCxnSpPr/>
          <p:nvPr/>
        </p:nvCxnSpPr>
        <p:spPr>
          <a:xfrm>
            <a:off x="8669215" y="3877370"/>
            <a:ext cx="8906" cy="2386777"/>
          </a:xfrm>
          <a:prstGeom prst="straightConnector1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6" name="Straight Arrow Connector 1625">
            <a:extLst>
              <a:ext uri="{FF2B5EF4-FFF2-40B4-BE49-F238E27FC236}">
                <a16:creationId xmlns:a16="http://schemas.microsoft.com/office/drawing/2014/main" id="{1EC23A31-5534-ECD5-F652-3FE0120503AB}"/>
              </a:ext>
            </a:extLst>
          </p:cNvPr>
          <p:cNvCxnSpPr/>
          <p:nvPr/>
        </p:nvCxnSpPr>
        <p:spPr>
          <a:xfrm>
            <a:off x="8253640" y="5159649"/>
            <a:ext cx="416589" cy="3053"/>
          </a:xfrm>
          <a:prstGeom prst="straightConnector1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8" name="Straight Arrow Connector 1707">
            <a:extLst>
              <a:ext uri="{FF2B5EF4-FFF2-40B4-BE49-F238E27FC236}">
                <a16:creationId xmlns:a16="http://schemas.microsoft.com/office/drawing/2014/main" id="{E911B27C-332C-1961-A816-19073BED8DE4}"/>
              </a:ext>
            </a:extLst>
          </p:cNvPr>
          <p:cNvCxnSpPr/>
          <p:nvPr/>
        </p:nvCxnSpPr>
        <p:spPr>
          <a:xfrm>
            <a:off x="8678360" y="4268563"/>
            <a:ext cx="798638" cy="7114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9" name="Straight Arrow Connector 1708">
            <a:extLst>
              <a:ext uri="{FF2B5EF4-FFF2-40B4-BE49-F238E27FC236}">
                <a16:creationId xmlns:a16="http://schemas.microsoft.com/office/drawing/2014/main" id="{9D5A3D5C-5575-F989-A84F-8140F3D28067}"/>
              </a:ext>
            </a:extLst>
          </p:cNvPr>
          <p:cNvCxnSpPr>
            <a:cxnSpLocks/>
          </p:cNvCxnSpPr>
          <p:nvPr/>
        </p:nvCxnSpPr>
        <p:spPr>
          <a:xfrm>
            <a:off x="8688519" y="5162642"/>
            <a:ext cx="798638" cy="7114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0" name="Straight Arrow Connector 1709">
            <a:extLst>
              <a:ext uri="{FF2B5EF4-FFF2-40B4-BE49-F238E27FC236}">
                <a16:creationId xmlns:a16="http://schemas.microsoft.com/office/drawing/2014/main" id="{1A81DBD0-26BF-C4F8-C6D8-2CED440D5CC2}"/>
              </a:ext>
            </a:extLst>
          </p:cNvPr>
          <p:cNvCxnSpPr>
            <a:cxnSpLocks/>
          </p:cNvCxnSpPr>
          <p:nvPr/>
        </p:nvCxnSpPr>
        <p:spPr>
          <a:xfrm>
            <a:off x="8688519" y="5985602"/>
            <a:ext cx="798638" cy="711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9" name="TextBox 1608">
            <a:extLst>
              <a:ext uri="{FF2B5EF4-FFF2-40B4-BE49-F238E27FC236}">
                <a16:creationId xmlns:a16="http://schemas.microsoft.com/office/drawing/2014/main" id="{03312137-4B73-5281-D16C-0FAAD4915202}"/>
              </a:ext>
            </a:extLst>
          </p:cNvPr>
          <p:cNvSpPr txBox="1"/>
          <p:nvPr/>
        </p:nvSpPr>
        <p:spPr>
          <a:xfrm>
            <a:off x="6346977" y="3631946"/>
            <a:ext cx="175134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ea typeface="Calibri"/>
                <a:cs typeface="Calibri"/>
              </a:rPr>
              <a:t>Kafka (Event)</a:t>
            </a:r>
          </a:p>
        </p:txBody>
      </p:sp>
      <p:sp>
        <p:nvSpPr>
          <p:cNvPr id="1610" name="TextBox 1609">
            <a:extLst>
              <a:ext uri="{FF2B5EF4-FFF2-40B4-BE49-F238E27FC236}">
                <a16:creationId xmlns:a16="http://schemas.microsoft.com/office/drawing/2014/main" id="{2B1D55DC-5483-E3EC-027A-1CE76FE8FE72}"/>
              </a:ext>
            </a:extLst>
          </p:cNvPr>
          <p:cNvSpPr txBox="1"/>
          <p:nvPr/>
        </p:nvSpPr>
        <p:spPr>
          <a:xfrm>
            <a:off x="9438520" y="3631946"/>
            <a:ext cx="175134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ea typeface="Calibri"/>
                <a:cs typeface="Calibri"/>
              </a:rPr>
              <a:t>Subscribe</a:t>
            </a:r>
            <a:endParaRPr lang="en-US"/>
          </a:p>
        </p:txBody>
      </p:sp>
      <p:sp>
        <p:nvSpPr>
          <p:cNvPr id="1458" name="Flowchart: Process 1457">
            <a:extLst>
              <a:ext uri="{FF2B5EF4-FFF2-40B4-BE49-F238E27FC236}">
                <a16:creationId xmlns:a16="http://schemas.microsoft.com/office/drawing/2014/main" id="{71588642-6C9A-CDBF-3D09-57F7450BEC54}"/>
              </a:ext>
            </a:extLst>
          </p:cNvPr>
          <p:cNvSpPr/>
          <p:nvPr/>
        </p:nvSpPr>
        <p:spPr>
          <a:xfrm>
            <a:off x="744316" y="4217818"/>
            <a:ext cx="1631240" cy="727971"/>
          </a:xfrm>
          <a:prstGeom prst="flowChart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>
                <a:ea typeface="Calibri"/>
                <a:cs typeface="Calibri"/>
              </a:rPr>
              <a:t>Order </a:t>
            </a:r>
          </a:p>
          <a:p>
            <a:pPr algn="ctr"/>
            <a:r>
              <a:rPr lang="en-US" sz="1400" b="1">
                <a:ea typeface="Calibri"/>
                <a:cs typeface="Calibri"/>
              </a:rPr>
              <a:t>Service</a:t>
            </a:r>
          </a:p>
        </p:txBody>
      </p:sp>
      <p:sp>
        <p:nvSpPr>
          <p:cNvPr id="1459" name="Flowchart: Process 1458">
            <a:extLst>
              <a:ext uri="{FF2B5EF4-FFF2-40B4-BE49-F238E27FC236}">
                <a16:creationId xmlns:a16="http://schemas.microsoft.com/office/drawing/2014/main" id="{C6AAE068-A8D2-2057-0C65-01F9FBC3FD48}"/>
              </a:ext>
            </a:extLst>
          </p:cNvPr>
          <p:cNvSpPr/>
          <p:nvPr/>
        </p:nvSpPr>
        <p:spPr>
          <a:xfrm>
            <a:off x="3215373" y="4217818"/>
            <a:ext cx="1653011" cy="727971"/>
          </a:xfrm>
          <a:prstGeom prst="flowChart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>
                <a:ea typeface="Calibri"/>
                <a:cs typeface="Calibri"/>
              </a:rPr>
              <a:t>Product </a:t>
            </a:r>
          </a:p>
          <a:p>
            <a:pPr algn="ctr"/>
            <a:r>
              <a:rPr lang="en-US" sz="1400" b="1">
                <a:ea typeface="Calibri"/>
                <a:cs typeface="Calibri"/>
              </a:rPr>
              <a:t>Service</a:t>
            </a:r>
          </a:p>
        </p:txBody>
      </p:sp>
      <p:sp>
        <p:nvSpPr>
          <p:cNvPr id="1460" name="Flowchart: Process 1459">
            <a:extLst>
              <a:ext uri="{FF2B5EF4-FFF2-40B4-BE49-F238E27FC236}">
                <a16:creationId xmlns:a16="http://schemas.microsoft.com/office/drawing/2014/main" id="{A89ED098-492B-799A-EA90-5C25C7539B9D}"/>
              </a:ext>
            </a:extLst>
          </p:cNvPr>
          <p:cNvSpPr/>
          <p:nvPr/>
        </p:nvSpPr>
        <p:spPr>
          <a:xfrm>
            <a:off x="744315" y="5393475"/>
            <a:ext cx="1631241" cy="727971"/>
          </a:xfrm>
          <a:prstGeom prst="flowChart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>
                <a:ea typeface="Calibri"/>
                <a:cs typeface="Calibri"/>
              </a:rPr>
              <a:t>Inventory </a:t>
            </a:r>
          </a:p>
          <a:p>
            <a:pPr algn="ctr"/>
            <a:r>
              <a:rPr lang="en-US" sz="1400" b="1">
                <a:ea typeface="Calibri"/>
                <a:cs typeface="Calibri"/>
              </a:rPr>
              <a:t>Service</a:t>
            </a:r>
          </a:p>
        </p:txBody>
      </p:sp>
      <p:sp>
        <p:nvSpPr>
          <p:cNvPr id="1461" name="Flowchart: Process 1460">
            <a:extLst>
              <a:ext uri="{FF2B5EF4-FFF2-40B4-BE49-F238E27FC236}">
                <a16:creationId xmlns:a16="http://schemas.microsoft.com/office/drawing/2014/main" id="{9A870766-9AFD-F594-0758-09969275026A}"/>
              </a:ext>
            </a:extLst>
          </p:cNvPr>
          <p:cNvSpPr/>
          <p:nvPr/>
        </p:nvSpPr>
        <p:spPr>
          <a:xfrm>
            <a:off x="3215372" y="5404360"/>
            <a:ext cx="1653011" cy="727971"/>
          </a:xfrm>
          <a:prstGeom prst="flowChart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>
                <a:ea typeface="Calibri"/>
                <a:cs typeface="Calibri"/>
              </a:rPr>
              <a:t>Payment</a:t>
            </a:r>
          </a:p>
          <a:p>
            <a:pPr algn="ctr"/>
            <a:r>
              <a:rPr lang="en-US" sz="1400" b="1">
                <a:ea typeface="Calibri"/>
                <a:cs typeface="Calibri"/>
              </a:rPr>
              <a:t>Service</a:t>
            </a:r>
          </a:p>
        </p:txBody>
      </p:sp>
      <p:sp>
        <p:nvSpPr>
          <p:cNvPr id="1468" name="TextBox 1467">
            <a:extLst>
              <a:ext uri="{FF2B5EF4-FFF2-40B4-BE49-F238E27FC236}">
                <a16:creationId xmlns:a16="http://schemas.microsoft.com/office/drawing/2014/main" id="{FD7C48D4-E1BF-30D3-101F-63ED2843DB46}"/>
              </a:ext>
            </a:extLst>
          </p:cNvPr>
          <p:cNvSpPr txBox="1"/>
          <p:nvPr/>
        </p:nvSpPr>
        <p:spPr>
          <a:xfrm>
            <a:off x="55034" y="4960003"/>
            <a:ext cx="1500973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50">
                <a:ea typeface="Calibri"/>
                <a:cs typeface="Calibri"/>
              </a:rPr>
              <a:t>REST API Call </a:t>
            </a:r>
            <a:endParaRPr lang="en-US"/>
          </a:p>
          <a:p>
            <a:pPr algn="ctr"/>
            <a:r>
              <a:rPr lang="en-US" sz="1050">
                <a:ea typeface="Calibri"/>
                <a:cs typeface="Calibri"/>
              </a:rPr>
              <a:t>(HTTP)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7A091C-64E3-D2AF-1A3C-D932DBAE01CC}"/>
              </a:ext>
            </a:extLst>
          </p:cNvPr>
          <p:cNvSpPr txBox="1"/>
          <p:nvPr/>
        </p:nvSpPr>
        <p:spPr>
          <a:xfrm>
            <a:off x="448575" y="488358"/>
            <a:ext cx="1023037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en-US" sz="2800">
                <a:solidFill>
                  <a:srgbClr val="010086"/>
                </a:solidFill>
                <a:latin typeface="Century Gothic"/>
                <a:ea typeface="+mn-lt"/>
                <a:cs typeface="+mn-lt"/>
              </a:rPr>
              <a:t>Microservices Implementation Guide : E-Commerce </a:t>
            </a:r>
            <a:endParaRPr lang="en-US" sz="2800">
              <a:latin typeface="Century Gothic"/>
            </a:endParaRPr>
          </a:p>
        </p:txBody>
      </p:sp>
      <p:pic>
        <p:nvPicPr>
          <p:cNvPr id="9" name="Graphic 6" descr="Shopping cart with solid fill">
            <a:extLst>
              <a:ext uri="{FF2B5EF4-FFF2-40B4-BE49-F238E27FC236}">
                <a16:creationId xmlns:a16="http://schemas.microsoft.com/office/drawing/2014/main" id="{7A5AF6D0-2A28-1A9E-B221-D46659B318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00306" y="493435"/>
            <a:ext cx="457200" cy="446315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52A9A3E-17DE-7642-2E7F-34D5B7E55EF5}"/>
              </a:ext>
            </a:extLst>
          </p:cNvPr>
          <p:cNvCxnSpPr/>
          <p:nvPr/>
        </p:nvCxnSpPr>
        <p:spPr>
          <a:xfrm>
            <a:off x="2378218" y="4583545"/>
            <a:ext cx="831272" cy="1154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AE023F5-5388-E518-9D31-4284331F781D}"/>
              </a:ext>
            </a:extLst>
          </p:cNvPr>
          <p:cNvCxnSpPr>
            <a:cxnSpLocks/>
          </p:cNvCxnSpPr>
          <p:nvPr/>
        </p:nvCxnSpPr>
        <p:spPr>
          <a:xfrm>
            <a:off x="2378217" y="5808532"/>
            <a:ext cx="831272" cy="1154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4D4A580-69FC-838D-B6AB-A5E051CAA8AF}"/>
              </a:ext>
            </a:extLst>
          </p:cNvPr>
          <p:cNvCxnSpPr/>
          <p:nvPr/>
        </p:nvCxnSpPr>
        <p:spPr>
          <a:xfrm>
            <a:off x="1552341" y="4975039"/>
            <a:ext cx="11545" cy="43887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7480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81ACD-8EA8-AEAB-9C62-CCF8D75F3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B13F75-C2B7-51C8-93D1-B19F9816E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IN" sz="1800" b="1"/>
              <a:t>Step 5 : </a:t>
            </a:r>
            <a:r>
              <a:rPr lang="en-IN" sz="1800" b="1">
                <a:ea typeface="+mn-lt"/>
                <a:cs typeface="+mn-lt"/>
              </a:rPr>
              <a:t>Implement Service Discovery</a:t>
            </a:r>
            <a:endParaRPr lang="en-US" sz="1800" b="1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IN">
                <a:ea typeface="+mn-lt"/>
                <a:cs typeface="+mn-lt"/>
              </a:rPr>
              <a:t>In a microservices architecture, services should not hardcode IP addresses or ports when calling each other. Instead, use </a:t>
            </a:r>
            <a:r>
              <a:rPr lang="en-IN" b="1">
                <a:ea typeface="+mn-lt"/>
                <a:cs typeface="+mn-lt"/>
              </a:rPr>
              <a:t>service discovery</a:t>
            </a:r>
            <a:r>
              <a:rPr lang="en-IN">
                <a:ea typeface="+mn-lt"/>
                <a:cs typeface="+mn-lt"/>
              </a:rPr>
              <a:t> (via registry or DNS) to </a:t>
            </a:r>
            <a:r>
              <a:rPr lang="en-IN" b="1">
                <a:ea typeface="+mn-lt"/>
                <a:cs typeface="+mn-lt"/>
              </a:rPr>
              <a:t>dynamically resolve</a:t>
            </a:r>
            <a:r>
              <a:rPr lang="en-IN">
                <a:ea typeface="+mn-lt"/>
                <a:cs typeface="+mn-lt"/>
              </a:rPr>
              <a:t> service names.</a:t>
            </a:r>
          </a:p>
          <a:p>
            <a:pPr marL="0" indent="0">
              <a:buNone/>
            </a:pPr>
            <a:r>
              <a:rPr lang="en-IN" b="1">
                <a:ea typeface="+mn-lt"/>
                <a:cs typeface="+mn-lt"/>
              </a:rPr>
              <a:t>Tools</a:t>
            </a:r>
            <a:r>
              <a:rPr lang="en-IN">
                <a:ea typeface="+mn-lt"/>
                <a:cs typeface="+mn-lt"/>
              </a:rPr>
              <a:t>:</a:t>
            </a:r>
            <a:endParaRPr lang="en-IN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400">
                <a:ea typeface="+mn-lt"/>
                <a:cs typeface="+mn-lt"/>
              </a:rPr>
              <a:t>Eureka, Consul</a:t>
            </a:r>
            <a:endParaRPr lang="en-IN" sz="1400"/>
          </a:p>
          <a:p>
            <a:pPr marL="0" indent="0">
              <a:buNone/>
            </a:pPr>
            <a:r>
              <a:rPr lang="en-IN" b="1">
                <a:latin typeface="Calibri"/>
                <a:ea typeface="+mn-lt"/>
                <a:cs typeface="+mn-lt"/>
              </a:rPr>
              <a:t>Example</a:t>
            </a:r>
            <a:r>
              <a:rPr lang="en-IN">
                <a:ea typeface="+mn-lt"/>
                <a:cs typeface="+mn-lt"/>
              </a:rPr>
              <a:t>:</a:t>
            </a:r>
            <a:endParaRPr lang="en-IN"/>
          </a:p>
          <a:p>
            <a:pPr marL="0" indent="0">
              <a:buNone/>
            </a:pPr>
            <a:endParaRPr lang="en-IN" sz="140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endParaRPr lang="en-IN">
              <a:latin typeface="Consolas"/>
              <a:ea typeface="Calibri" panose="020F0502020204030204"/>
              <a:cs typeface="Calibri" panose="020F0502020204030204"/>
            </a:endParaRPr>
          </a:p>
          <a:p>
            <a:pPr lvl="1"/>
            <a:endParaRPr lang="en-IN" b="1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F8BE1E-3142-9A9A-58D1-0250A4101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3735547-B499-4273-BF07-F756EAEC2F73}" type="slidenum">
              <a:rPr lang="en-IN" smtClean="0"/>
              <a:t>10</a:t>
            </a:fld>
            <a:endParaRPr lang="en-IN"/>
          </a:p>
        </p:txBody>
      </p:sp>
      <p:sp>
        <p:nvSpPr>
          <p:cNvPr id="976" name="TextBox 975">
            <a:extLst>
              <a:ext uri="{FF2B5EF4-FFF2-40B4-BE49-F238E27FC236}">
                <a16:creationId xmlns:a16="http://schemas.microsoft.com/office/drawing/2014/main" id="{7373861F-6FF8-F7A4-1A10-28D5200DB216}"/>
              </a:ext>
            </a:extLst>
          </p:cNvPr>
          <p:cNvSpPr txBox="1"/>
          <p:nvPr/>
        </p:nvSpPr>
        <p:spPr>
          <a:xfrm>
            <a:off x="7839711" y="2867257"/>
            <a:ext cx="838268" cy="2286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6040481-AFB4-676E-6833-3409A696BE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5794551"/>
              </p:ext>
            </p:extLst>
          </p:nvPr>
        </p:nvGraphicFramePr>
        <p:xfrm>
          <a:off x="762000" y="3095625"/>
          <a:ext cx="10672867" cy="3300606"/>
        </p:xfrm>
        <a:graphic>
          <a:graphicData uri="http://schemas.openxmlformats.org/drawingml/2006/table">
            <a:tbl>
              <a:tblPr bandRow="1">
                <a:tableStyleId>{0660B408-B3CF-4A94-85FC-2B1E0A45F4A2}</a:tableStyleId>
              </a:tblPr>
              <a:tblGrid>
                <a:gridCol w="2978727">
                  <a:extLst>
                    <a:ext uri="{9D8B030D-6E8A-4147-A177-3AD203B41FA5}">
                      <a16:colId xmlns:a16="http://schemas.microsoft.com/office/drawing/2014/main" val="348326051"/>
                    </a:ext>
                  </a:extLst>
                </a:gridCol>
                <a:gridCol w="3163454">
                  <a:extLst>
                    <a:ext uri="{9D8B030D-6E8A-4147-A177-3AD203B41FA5}">
                      <a16:colId xmlns:a16="http://schemas.microsoft.com/office/drawing/2014/main" val="1160517038"/>
                    </a:ext>
                  </a:extLst>
                </a:gridCol>
                <a:gridCol w="4530686">
                  <a:extLst>
                    <a:ext uri="{9D8B030D-6E8A-4147-A177-3AD203B41FA5}">
                      <a16:colId xmlns:a16="http://schemas.microsoft.com/office/drawing/2014/main" val="1027883910"/>
                    </a:ext>
                  </a:extLst>
                </a:gridCol>
              </a:tblGrid>
              <a:tr h="2890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Service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Discovers and Calls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Example API Call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6435954"/>
                  </a:ext>
                </a:extLst>
              </a:tr>
              <a:tr h="4942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order-service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user-service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GET http://</a:t>
                      </a:r>
                      <a:r>
                        <a:rPr lang="en-US" sz="1400" b="1"/>
                        <a:t>user-service</a:t>
                      </a:r>
                      <a:r>
                        <a:rPr lang="en-US" sz="1400"/>
                        <a:t>/users/{userId}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1591367"/>
                  </a:ext>
                </a:extLst>
              </a:tr>
              <a:tr h="4942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order-service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product-service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GET http://</a:t>
                      </a:r>
                      <a:r>
                        <a:rPr lang="en-US" sz="1400" b="1"/>
                        <a:t>product-service</a:t>
                      </a:r>
                      <a:r>
                        <a:rPr lang="en-US" sz="1400"/>
                        <a:t>/products/{productId}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1418863"/>
                  </a:ext>
                </a:extLst>
              </a:tr>
              <a:tr h="4942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order-service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payment-service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POST http://</a:t>
                      </a:r>
                      <a:r>
                        <a:rPr lang="en-US" sz="1400" b="1"/>
                        <a:t>payment-service</a:t>
                      </a:r>
                      <a:r>
                        <a:rPr lang="en-US" sz="1400"/>
                        <a:t>/payments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8936475"/>
                  </a:ext>
                </a:extLst>
              </a:tr>
              <a:tr h="4942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payment-service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order-service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GET http://</a:t>
                      </a:r>
                      <a:r>
                        <a:rPr lang="en-US" sz="1400" b="1"/>
                        <a:t>order-service</a:t>
                      </a:r>
                      <a:r>
                        <a:rPr lang="en-US" sz="1400"/>
                        <a:t>/orders/{orderId}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5417601"/>
                  </a:ext>
                </a:extLst>
              </a:tr>
              <a:tr h="4942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inventory-service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order-service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GET http://</a:t>
                      </a:r>
                      <a:r>
                        <a:rPr lang="en-US" sz="1400" b="1"/>
                        <a:t>order-service</a:t>
                      </a:r>
                      <a:r>
                        <a:rPr lang="en-US" sz="1400"/>
                        <a:t>/orders/{orderId}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0598442"/>
                  </a:ext>
                </a:extLst>
              </a:tr>
              <a:tr h="4942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shipping-service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order-service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GET http://</a:t>
                      </a:r>
                      <a:r>
                        <a:rPr lang="en-US" sz="1400" b="1"/>
                        <a:t>order-service</a:t>
                      </a:r>
                      <a:r>
                        <a:rPr lang="en-US" sz="1400"/>
                        <a:t>/orders/{orderId}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09495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E32C436-6482-2D00-3EF8-1368C083CB8A}"/>
              </a:ext>
            </a:extLst>
          </p:cNvPr>
          <p:cNvSpPr txBox="1"/>
          <p:nvPr/>
        </p:nvSpPr>
        <p:spPr>
          <a:xfrm>
            <a:off x="448575" y="488358"/>
            <a:ext cx="1023037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en-US" sz="2800">
                <a:solidFill>
                  <a:srgbClr val="010086"/>
                </a:solidFill>
                <a:latin typeface="Century Gothic"/>
                <a:ea typeface="+mn-lt"/>
                <a:cs typeface="+mn-lt"/>
              </a:rPr>
              <a:t>Microservices Implementation Guide : E-Commerce </a:t>
            </a:r>
            <a:endParaRPr lang="en-US" sz="2800">
              <a:latin typeface="Century Gothic"/>
            </a:endParaRPr>
          </a:p>
        </p:txBody>
      </p:sp>
      <p:pic>
        <p:nvPicPr>
          <p:cNvPr id="11" name="Graphic 6" descr="Shopping cart with solid fill">
            <a:extLst>
              <a:ext uri="{FF2B5EF4-FFF2-40B4-BE49-F238E27FC236}">
                <a16:creationId xmlns:a16="http://schemas.microsoft.com/office/drawing/2014/main" id="{83C96D71-3FCF-8C5A-7837-400E7E49AA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00306" y="493435"/>
            <a:ext cx="457200" cy="446315"/>
          </a:xfrm>
          <a:prstGeom prst="rect">
            <a:avLst/>
          </a:prstGeom>
        </p:spPr>
      </p:pic>
      <p:pic>
        <p:nvPicPr>
          <p:cNvPr id="2" name="Picture 1" descr="Eureka的自我保護模式及註冊中心群集">
            <a:extLst>
              <a:ext uri="{FF2B5EF4-FFF2-40B4-BE49-F238E27FC236}">
                <a16:creationId xmlns:a16="http://schemas.microsoft.com/office/drawing/2014/main" id="{6A40C96B-7C70-0736-BEFF-B8506D1435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4227" y="2114839"/>
            <a:ext cx="1449820" cy="827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621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A46E5-6C03-3885-F98B-4DB5DCBCF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1C159A-1AAF-DAE6-E5A7-C82275C10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IN" sz="1800" b="1"/>
              <a:t>Step 6 : </a:t>
            </a:r>
            <a:r>
              <a:rPr lang="en-IN" sz="1800" b="1">
                <a:ea typeface="+mn-lt"/>
                <a:cs typeface="+mn-lt"/>
              </a:rPr>
              <a:t>Containerization &amp; Orchestration</a:t>
            </a:r>
            <a:endParaRPr lang="en-IN" sz="1800" b="1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IN" b="1">
                <a:ea typeface="+mn-lt"/>
                <a:cs typeface="+mn-lt"/>
              </a:rPr>
              <a:t>Containerization</a:t>
            </a:r>
            <a:r>
              <a:rPr lang="en-IN">
                <a:ea typeface="+mn-lt"/>
                <a:cs typeface="+mn-lt"/>
              </a:rPr>
              <a:t> is the process of packaging each microservice with its dependencies to ensure it runs consistently across environments. </a:t>
            </a:r>
            <a:r>
              <a:rPr lang="en-IN" b="1">
                <a:ea typeface="+mn-lt"/>
                <a:cs typeface="+mn-lt"/>
              </a:rPr>
              <a:t>Orchestration</a:t>
            </a:r>
            <a:r>
              <a:rPr lang="en-IN">
                <a:ea typeface="+mn-lt"/>
                <a:cs typeface="+mn-lt"/>
              </a:rPr>
              <a:t> is the method of managing, deploying, scaling, load-balancing and monitoring these containerized microservices in distributed environments.</a:t>
            </a:r>
            <a:endParaRPr lang="en-IN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IN" b="1">
                <a:ea typeface="+mn-lt"/>
                <a:cs typeface="+mn-lt"/>
              </a:rPr>
              <a:t>Tools</a:t>
            </a:r>
            <a:r>
              <a:rPr lang="en-IN">
                <a:ea typeface="+mn-lt"/>
                <a:cs typeface="+mn-lt"/>
              </a:rPr>
              <a:t>:</a:t>
            </a:r>
            <a:endParaRPr lang="en-IN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400">
                <a:ea typeface="+mn-lt"/>
                <a:cs typeface="+mn-lt"/>
              </a:rPr>
              <a:t>Containerization : Docker </a:t>
            </a:r>
            <a:endParaRPr lang="en-IN" sz="1400">
              <a:ea typeface="Calibri"/>
              <a:cs typeface="Calibri"/>
            </a:endParaRPr>
          </a:p>
          <a:p>
            <a:pPr marL="628650" lvl="1" indent="-171450">
              <a:buChar char="•"/>
            </a:pPr>
            <a:r>
              <a:rPr lang="en-IN" sz="1400" dirty="0">
                <a:ea typeface="+mn-lt"/>
                <a:cs typeface="+mn-lt"/>
              </a:rPr>
              <a:t>Orchestration : Kubernetes, Docker Swarm</a:t>
            </a:r>
            <a:endParaRPr lang="en-IN" sz="1400" dirty="0">
              <a:latin typeface="Calibri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IN" b="1">
                <a:latin typeface="Calibri"/>
                <a:ea typeface="+mn-lt"/>
                <a:cs typeface="+mn-lt"/>
              </a:rPr>
              <a:t>Example</a:t>
            </a:r>
            <a:r>
              <a:rPr lang="en-IN">
                <a:ea typeface="+mn-lt"/>
                <a:cs typeface="+mn-lt"/>
              </a:rPr>
              <a:t>:</a:t>
            </a:r>
            <a:endParaRPr lang="en-IN"/>
          </a:p>
          <a:p>
            <a:pPr marL="457200" indent="0">
              <a:buNone/>
            </a:pPr>
            <a:endParaRPr lang="en-IN" sz="1400">
              <a:latin typeface="Consolas"/>
              <a:ea typeface="Calibri" panose="020F0502020204030204"/>
              <a:cs typeface="Calibri" panose="020F0502020204030204"/>
            </a:endParaRPr>
          </a:p>
          <a:p>
            <a:pPr lvl="1"/>
            <a:endParaRPr lang="en-IN" b="1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B3ACB5-E91B-BA54-4FD8-B8F3924F1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3735547-B499-4273-BF07-F756EAEC2F73}" type="slidenum">
              <a:rPr lang="en-IN" smtClean="0"/>
              <a:t>11</a:t>
            </a:fld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19688D-759D-8330-E44D-DB9383EBDF55}"/>
              </a:ext>
            </a:extLst>
          </p:cNvPr>
          <p:cNvSpPr txBox="1"/>
          <p:nvPr/>
        </p:nvSpPr>
        <p:spPr>
          <a:xfrm>
            <a:off x="355346" y="3120342"/>
            <a:ext cx="504031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ea typeface="Calibri"/>
                <a:cs typeface="Calibri"/>
              </a:rPr>
              <a:t>Containerization ( Docker )</a:t>
            </a:r>
            <a:endParaRPr lang="en-US"/>
          </a:p>
        </p:txBody>
      </p:sp>
      <p:sp>
        <p:nvSpPr>
          <p:cNvPr id="976" name="TextBox 975">
            <a:extLst>
              <a:ext uri="{FF2B5EF4-FFF2-40B4-BE49-F238E27FC236}">
                <a16:creationId xmlns:a16="http://schemas.microsoft.com/office/drawing/2014/main" id="{84E669F5-6706-1469-5C42-1C22DD3583A3}"/>
              </a:ext>
            </a:extLst>
          </p:cNvPr>
          <p:cNvSpPr txBox="1"/>
          <p:nvPr/>
        </p:nvSpPr>
        <p:spPr>
          <a:xfrm>
            <a:off x="7839711" y="2867257"/>
            <a:ext cx="838268" cy="2286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076" name="TextBox 1075">
            <a:extLst>
              <a:ext uri="{FF2B5EF4-FFF2-40B4-BE49-F238E27FC236}">
                <a16:creationId xmlns:a16="http://schemas.microsoft.com/office/drawing/2014/main" id="{CE02BCA2-342F-9463-EBCF-747D970DE311}"/>
              </a:ext>
            </a:extLst>
          </p:cNvPr>
          <p:cNvSpPr txBox="1"/>
          <p:nvPr/>
        </p:nvSpPr>
        <p:spPr>
          <a:xfrm>
            <a:off x="6603746" y="3099707"/>
            <a:ext cx="504031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ea typeface="Calibri"/>
                <a:cs typeface="Calibri"/>
              </a:rPr>
              <a:t>Orchestration ( Kubernetes )</a:t>
            </a:r>
            <a:endParaRPr lang="en-US" sz="1400" b="1">
              <a:ea typeface="+mn-lt"/>
              <a:cs typeface="+mn-lt"/>
            </a:endParaRPr>
          </a:p>
          <a:p>
            <a:pPr algn="ctr"/>
            <a:endParaRPr lang="en-US" sz="1400">
              <a:ea typeface="Calibri"/>
              <a:cs typeface="Calibri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71A3581-00B5-79F3-56A0-4896A9618D2B}"/>
              </a:ext>
            </a:extLst>
          </p:cNvPr>
          <p:cNvSpPr/>
          <p:nvPr/>
        </p:nvSpPr>
        <p:spPr>
          <a:xfrm>
            <a:off x="763904" y="3476743"/>
            <a:ext cx="4397345" cy="303602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4" name="Diagram 23">
            <a:extLst>
              <a:ext uri="{FF2B5EF4-FFF2-40B4-BE49-F238E27FC236}">
                <a16:creationId xmlns:a16="http://schemas.microsoft.com/office/drawing/2014/main" id="{01E0B59A-0A43-D8F9-5630-F538FE496C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4958610"/>
              </p:ext>
            </p:extLst>
          </p:nvPr>
        </p:nvGraphicFramePr>
        <p:xfrm>
          <a:off x="-76200" y="3864429"/>
          <a:ext cx="3124200" cy="14042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435" name="Diagram 1434">
            <a:extLst>
              <a:ext uri="{FF2B5EF4-FFF2-40B4-BE49-F238E27FC236}">
                <a16:creationId xmlns:a16="http://schemas.microsoft.com/office/drawing/2014/main" id="{08BD9542-67A1-4398-E7C4-F5FCF09CA0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16259539"/>
              </p:ext>
            </p:extLst>
          </p:nvPr>
        </p:nvGraphicFramePr>
        <p:xfrm>
          <a:off x="957942" y="3864429"/>
          <a:ext cx="3124200" cy="14042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1448" name="Diagram 1447">
            <a:extLst>
              <a:ext uri="{FF2B5EF4-FFF2-40B4-BE49-F238E27FC236}">
                <a16:creationId xmlns:a16="http://schemas.microsoft.com/office/drawing/2014/main" id="{0A2791B7-CC2D-8DCA-2056-8E19B9AE8B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6130808"/>
              </p:ext>
            </p:extLst>
          </p:nvPr>
        </p:nvGraphicFramePr>
        <p:xfrm>
          <a:off x="3004457" y="3864428"/>
          <a:ext cx="3124200" cy="14042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1461" name="Diagram 1460">
            <a:extLst>
              <a:ext uri="{FF2B5EF4-FFF2-40B4-BE49-F238E27FC236}">
                <a16:creationId xmlns:a16="http://schemas.microsoft.com/office/drawing/2014/main" id="{B9789D6F-1714-DE18-9C7C-039D197617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43436462"/>
              </p:ext>
            </p:extLst>
          </p:nvPr>
        </p:nvGraphicFramePr>
        <p:xfrm>
          <a:off x="1926771" y="3864428"/>
          <a:ext cx="3124200" cy="14042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sp>
        <p:nvSpPr>
          <p:cNvPr id="1659" name="Rectangle 1658">
            <a:extLst>
              <a:ext uri="{FF2B5EF4-FFF2-40B4-BE49-F238E27FC236}">
                <a16:creationId xmlns:a16="http://schemas.microsoft.com/office/drawing/2014/main" id="{33E6DC03-87D3-C56B-D81A-6D46620680A5}"/>
              </a:ext>
            </a:extLst>
          </p:cNvPr>
          <p:cNvSpPr/>
          <p:nvPr/>
        </p:nvSpPr>
        <p:spPr>
          <a:xfrm>
            <a:off x="1909760" y="5552995"/>
            <a:ext cx="2125220" cy="2154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Calibri"/>
                <a:cs typeface="Calibri"/>
              </a:rPr>
              <a:t>Docker Engine</a:t>
            </a:r>
          </a:p>
        </p:txBody>
      </p:sp>
      <p:sp>
        <p:nvSpPr>
          <p:cNvPr id="1660" name="Rectangle 1659">
            <a:extLst>
              <a:ext uri="{FF2B5EF4-FFF2-40B4-BE49-F238E27FC236}">
                <a16:creationId xmlns:a16="http://schemas.microsoft.com/office/drawing/2014/main" id="{1FEA31D2-AAF2-17B2-598F-046FC21D96AE}"/>
              </a:ext>
            </a:extLst>
          </p:cNvPr>
          <p:cNvSpPr/>
          <p:nvPr/>
        </p:nvSpPr>
        <p:spPr>
          <a:xfrm>
            <a:off x="1909760" y="5890452"/>
            <a:ext cx="2125220" cy="2154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ea typeface="Calibri"/>
                <a:cs typeface="Calibri"/>
              </a:rPr>
              <a:t>OS</a:t>
            </a:r>
            <a:endParaRPr lang="en-US" sz="1400"/>
          </a:p>
        </p:txBody>
      </p:sp>
      <p:sp>
        <p:nvSpPr>
          <p:cNvPr id="1661" name="Rectangle 1660">
            <a:extLst>
              <a:ext uri="{FF2B5EF4-FFF2-40B4-BE49-F238E27FC236}">
                <a16:creationId xmlns:a16="http://schemas.microsoft.com/office/drawing/2014/main" id="{BA33C742-E564-9DC1-2B46-787DC99C5772}"/>
              </a:ext>
            </a:extLst>
          </p:cNvPr>
          <p:cNvSpPr/>
          <p:nvPr/>
        </p:nvSpPr>
        <p:spPr>
          <a:xfrm>
            <a:off x="1898874" y="6249680"/>
            <a:ext cx="2125220" cy="2154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ea typeface="Calibri"/>
                <a:cs typeface="Calibri"/>
              </a:rPr>
              <a:t>Hardware</a:t>
            </a:r>
            <a:endParaRPr lang="en-US" sz="1400"/>
          </a:p>
        </p:txBody>
      </p:sp>
      <p:sp>
        <p:nvSpPr>
          <p:cNvPr id="1662" name="Rectangle: Rounded Corners 1661">
            <a:extLst>
              <a:ext uri="{FF2B5EF4-FFF2-40B4-BE49-F238E27FC236}">
                <a16:creationId xmlns:a16="http://schemas.microsoft.com/office/drawing/2014/main" id="{971A24ED-3A3D-138C-48E3-B60D13515D8B}"/>
              </a:ext>
            </a:extLst>
          </p:cNvPr>
          <p:cNvSpPr/>
          <p:nvPr/>
        </p:nvSpPr>
        <p:spPr>
          <a:xfrm>
            <a:off x="6239418" y="3422315"/>
            <a:ext cx="5768944" cy="31122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63" name="Diagram 1662">
            <a:extLst>
              <a:ext uri="{FF2B5EF4-FFF2-40B4-BE49-F238E27FC236}">
                <a16:creationId xmlns:a16="http://schemas.microsoft.com/office/drawing/2014/main" id="{0BBDACCA-CBAD-3CD1-C913-D69A975AC1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5084802"/>
              </p:ext>
            </p:extLst>
          </p:nvPr>
        </p:nvGraphicFramePr>
        <p:xfrm>
          <a:off x="9209313" y="3733800"/>
          <a:ext cx="3124200" cy="14042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2" r:lo="rId23" r:qs="rId24" r:cs="rId25"/>
          </a:graphicData>
        </a:graphic>
      </p:graphicFrame>
      <p:graphicFrame>
        <p:nvGraphicFramePr>
          <p:cNvPr id="1670" name="Diagram 1669">
            <a:extLst>
              <a:ext uri="{FF2B5EF4-FFF2-40B4-BE49-F238E27FC236}">
                <a16:creationId xmlns:a16="http://schemas.microsoft.com/office/drawing/2014/main" id="{2CAFBB38-7EA0-F87A-1919-5A8CE68B65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25745776"/>
              </p:ext>
            </p:extLst>
          </p:nvPr>
        </p:nvGraphicFramePr>
        <p:xfrm>
          <a:off x="9982199" y="3733799"/>
          <a:ext cx="3124200" cy="14042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7" r:lo="rId28" r:qs="rId29" r:cs="rId30"/>
          </a:graphicData>
        </a:graphic>
      </p:graphicFrame>
      <p:graphicFrame>
        <p:nvGraphicFramePr>
          <p:cNvPr id="1746" name="Diagram 1745">
            <a:extLst>
              <a:ext uri="{FF2B5EF4-FFF2-40B4-BE49-F238E27FC236}">
                <a16:creationId xmlns:a16="http://schemas.microsoft.com/office/drawing/2014/main" id="{2A1CD486-335B-D2F6-CB94-D8869FA0E3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92942670"/>
              </p:ext>
            </p:extLst>
          </p:nvPr>
        </p:nvGraphicFramePr>
        <p:xfrm>
          <a:off x="5301342" y="3733800"/>
          <a:ext cx="3124200" cy="14042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2" r:lo="rId33" r:qs="rId34" r:cs="rId35"/>
          </a:graphicData>
        </a:graphic>
      </p:graphicFrame>
      <p:graphicFrame>
        <p:nvGraphicFramePr>
          <p:cNvPr id="1753" name="Diagram 1752">
            <a:extLst>
              <a:ext uri="{FF2B5EF4-FFF2-40B4-BE49-F238E27FC236}">
                <a16:creationId xmlns:a16="http://schemas.microsoft.com/office/drawing/2014/main" id="{9022512A-C6FA-9AAF-30A2-C825E6892E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9029411"/>
              </p:ext>
            </p:extLst>
          </p:nvPr>
        </p:nvGraphicFramePr>
        <p:xfrm>
          <a:off x="6281057" y="3733799"/>
          <a:ext cx="3124200" cy="14042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7" r:lo="rId38" r:qs="rId39" r:cs="rId40"/>
          </a:graphicData>
        </a:graphic>
      </p:graphicFrame>
      <p:graphicFrame>
        <p:nvGraphicFramePr>
          <p:cNvPr id="1930" name="Diagram 1929">
            <a:extLst>
              <a:ext uri="{FF2B5EF4-FFF2-40B4-BE49-F238E27FC236}">
                <a16:creationId xmlns:a16="http://schemas.microsoft.com/office/drawing/2014/main" id="{8C86C6DF-002E-0053-B0B0-76A2B394FA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99467511"/>
              </p:ext>
            </p:extLst>
          </p:nvPr>
        </p:nvGraphicFramePr>
        <p:xfrm>
          <a:off x="7271657" y="3733799"/>
          <a:ext cx="3124200" cy="14042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2" r:lo="rId43" r:qs="rId44" r:cs="rId45"/>
          </a:graphicData>
        </a:graphic>
      </p:graphicFrame>
      <p:graphicFrame>
        <p:nvGraphicFramePr>
          <p:cNvPr id="1943" name="Diagram 1942">
            <a:extLst>
              <a:ext uri="{FF2B5EF4-FFF2-40B4-BE49-F238E27FC236}">
                <a16:creationId xmlns:a16="http://schemas.microsoft.com/office/drawing/2014/main" id="{B7A2F1F6-E7DF-AF07-48A0-E789CD677E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9118432"/>
              </p:ext>
            </p:extLst>
          </p:nvPr>
        </p:nvGraphicFramePr>
        <p:xfrm>
          <a:off x="8262256" y="3733798"/>
          <a:ext cx="3124200" cy="14042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7" r:lo="rId48" r:qs="rId49" r:cs="rId50"/>
          </a:graphicData>
        </a:graphic>
      </p:graphicFrame>
      <p:sp>
        <p:nvSpPr>
          <p:cNvPr id="2263" name="Rectangle 2262">
            <a:extLst>
              <a:ext uri="{FF2B5EF4-FFF2-40B4-BE49-F238E27FC236}">
                <a16:creationId xmlns:a16="http://schemas.microsoft.com/office/drawing/2014/main" id="{6F8F120D-527E-8EC3-4DAC-715B30CB0126}"/>
              </a:ext>
            </a:extLst>
          </p:cNvPr>
          <p:cNvSpPr/>
          <p:nvPr/>
        </p:nvSpPr>
        <p:spPr>
          <a:xfrm>
            <a:off x="7983988" y="5444138"/>
            <a:ext cx="2125220" cy="2154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Calibri"/>
                <a:cs typeface="Calibri"/>
              </a:rPr>
              <a:t>Docker Engine</a:t>
            </a:r>
          </a:p>
        </p:txBody>
      </p:sp>
      <p:sp>
        <p:nvSpPr>
          <p:cNvPr id="2264" name="Rectangle 2263">
            <a:extLst>
              <a:ext uri="{FF2B5EF4-FFF2-40B4-BE49-F238E27FC236}">
                <a16:creationId xmlns:a16="http://schemas.microsoft.com/office/drawing/2014/main" id="{D7F63678-3A4C-E8D9-C31C-32DD90F4FBDE}"/>
              </a:ext>
            </a:extLst>
          </p:cNvPr>
          <p:cNvSpPr/>
          <p:nvPr/>
        </p:nvSpPr>
        <p:spPr>
          <a:xfrm>
            <a:off x="7983988" y="5770710"/>
            <a:ext cx="2125220" cy="3460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ea typeface="Calibri"/>
                <a:cs typeface="Calibri"/>
              </a:rPr>
              <a:t>OS</a:t>
            </a:r>
            <a:endParaRPr lang="en-US" sz="1400"/>
          </a:p>
        </p:txBody>
      </p:sp>
      <p:sp>
        <p:nvSpPr>
          <p:cNvPr id="2265" name="Rectangle 2264">
            <a:extLst>
              <a:ext uri="{FF2B5EF4-FFF2-40B4-BE49-F238E27FC236}">
                <a16:creationId xmlns:a16="http://schemas.microsoft.com/office/drawing/2014/main" id="{F4488712-0AFF-CCC5-8516-42BD54A1A330}"/>
              </a:ext>
            </a:extLst>
          </p:cNvPr>
          <p:cNvSpPr/>
          <p:nvPr/>
        </p:nvSpPr>
        <p:spPr>
          <a:xfrm>
            <a:off x="7983988" y="6249680"/>
            <a:ext cx="2125220" cy="2154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>
                <a:ea typeface="Calibri"/>
                <a:cs typeface="Calibri"/>
              </a:rPr>
              <a:t>Hardware</a:t>
            </a:r>
            <a:endParaRPr lang="en-US" sz="1400"/>
          </a:p>
        </p:txBody>
      </p:sp>
      <p:cxnSp>
        <p:nvCxnSpPr>
          <p:cNvPr id="2387" name="Straight Arrow Connector 2386">
            <a:extLst>
              <a:ext uri="{FF2B5EF4-FFF2-40B4-BE49-F238E27FC236}">
                <a16:creationId xmlns:a16="http://schemas.microsoft.com/office/drawing/2014/main" id="{2C8D84C7-B8B3-BAE5-00AD-C00FDFAE923C}"/>
              </a:ext>
            </a:extLst>
          </p:cNvPr>
          <p:cNvCxnSpPr/>
          <p:nvPr/>
        </p:nvCxnSpPr>
        <p:spPr>
          <a:xfrm flipV="1">
            <a:off x="6575834" y="3673708"/>
            <a:ext cx="3406072" cy="778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8" name="TextBox 2387">
            <a:extLst>
              <a:ext uri="{FF2B5EF4-FFF2-40B4-BE49-F238E27FC236}">
                <a16:creationId xmlns:a16="http://schemas.microsoft.com/office/drawing/2014/main" id="{A49AA2E8-FCFF-1C66-CEA8-29A03100C936}"/>
              </a:ext>
            </a:extLst>
          </p:cNvPr>
          <p:cNvSpPr txBox="1"/>
          <p:nvPr/>
        </p:nvSpPr>
        <p:spPr>
          <a:xfrm>
            <a:off x="5851566" y="3474560"/>
            <a:ext cx="5158350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IN" sz="1000" b="1">
                <a:ea typeface="+mn-lt"/>
                <a:cs typeface="+mn-lt"/>
              </a:rPr>
              <a:t>Auto-scaling = More users → More service instances </a:t>
            </a:r>
            <a:endParaRPr lang="en-US" sz="1000" b="1">
              <a:ea typeface="Calibri"/>
              <a:cs typeface="Calibri"/>
            </a:endParaRPr>
          </a:p>
        </p:txBody>
      </p:sp>
      <p:sp>
        <p:nvSpPr>
          <p:cNvPr id="964" name="TextBox 963">
            <a:extLst>
              <a:ext uri="{FF2B5EF4-FFF2-40B4-BE49-F238E27FC236}">
                <a16:creationId xmlns:a16="http://schemas.microsoft.com/office/drawing/2014/main" id="{2BF8D3D6-E931-17A6-78D2-51F75A73C28F}"/>
              </a:ext>
            </a:extLst>
          </p:cNvPr>
          <p:cNvSpPr txBox="1"/>
          <p:nvPr/>
        </p:nvSpPr>
        <p:spPr>
          <a:xfrm>
            <a:off x="448575" y="488358"/>
            <a:ext cx="1023037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en-US" sz="2800">
                <a:solidFill>
                  <a:srgbClr val="010086"/>
                </a:solidFill>
                <a:latin typeface="Century Gothic"/>
                <a:ea typeface="+mn-lt"/>
                <a:cs typeface="+mn-lt"/>
              </a:rPr>
              <a:t>Microservices Implementation Guide : E-Commerce </a:t>
            </a:r>
            <a:endParaRPr lang="en-US" sz="2800">
              <a:latin typeface="Century Gothic"/>
            </a:endParaRPr>
          </a:p>
        </p:txBody>
      </p:sp>
      <p:pic>
        <p:nvPicPr>
          <p:cNvPr id="966" name="Graphic 6" descr="Shopping cart with solid fill">
            <a:extLst>
              <a:ext uri="{FF2B5EF4-FFF2-40B4-BE49-F238E27FC236}">
                <a16:creationId xmlns:a16="http://schemas.microsoft.com/office/drawing/2014/main" id="{4820948C-7C4B-1EA0-9FFB-A1C376AB5412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9600306" y="493435"/>
            <a:ext cx="457200" cy="44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0793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CA261-1969-FF51-D070-9BEC78205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C97E9F-0BDA-8A29-4E62-51E552CEE7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IN" sz="1800" b="1"/>
              <a:t>Step 7: </a:t>
            </a:r>
            <a:r>
              <a:rPr lang="en-IN" sz="1800" b="1">
                <a:ea typeface="+mn-lt"/>
                <a:cs typeface="+mn-lt"/>
              </a:rPr>
              <a:t>API Gateway</a:t>
            </a:r>
            <a:endParaRPr lang="en-US" sz="1800" b="1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IN">
                <a:ea typeface="+mn-lt"/>
                <a:cs typeface="+mn-lt"/>
              </a:rPr>
              <a:t>The API Gateway acts as a </a:t>
            </a:r>
            <a:r>
              <a:rPr lang="en-IN" b="1">
                <a:ea typeface="+mn-lt"/>
                <a:cs typeface="+mn-lt"/>
              </a:rPr>
              <a:t>single entry point</a:t>
            </a:r>
            <a:r>
              <a:rPr lang="en-IN">
                <a:ea typeface="+mn-lt"/>
                <a:cs typeface="+mn-lt"/>
              </a:rPr>
              <a:t> for all external client requests. It routes requests to the appropriate microservices internally, hiding service details. handles routing, rate limiting, authentication.</a:t>
            </a:r>
          </a:p>
          <a:p>
            <a:pPr marL="0" indent="0">
              <a:buNone/>
            </a:pPr>
            <a:r>
              <a:rPr lang="en-IN" b="1">
                <a:ea typeface="+mn-lt"/>
                <a:cs typeface="+mn-lt"/>
              </a:rPr>
              <a:t>Tools</a:t>
            </a:r>
            <a:r>
              <a:rPr lang="en-IN">
                <a:ea typeface="+mn-lt"/>
                <a:cs typeface="+mn-lt"/>
              </a:rPr>
              <a:t>:</a:t>
            </a:r>
            <a:endParaRPr lang="en-IN">
              <a:ea typeface="Calibri"/>
              <a:cs typeface="Calibri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400">
                <a:ea typeface="+mn-lt"/>
                <a:cs typeface="+mn-lt"/>
              </a:rPr>
              <a:t>Kong, NGINX, </a:t>
            </a:r>
            <a:r>
              <a:rPr lang="en-IN" sz="1400" err="1">
                <a:ea typeface="+mn-lt"/>
                <a:cs typeface="+mn-lt"/>
              </a:rPr>
              <a:t>Zuul</a:t>
            </a:r>
            <a:r>
              <a:rPr lang="en-IN" sz="1400">
                <a:ea typeface="+mn-lt"/>
                <a:cs typeface="+mn-lt"/>
              </a:rPr>
              <a:t>, AWS API Gateway</a:t>
            </a:r>
            <a:endParaRPr lang="en-IN" sz="1400"/>
          </a:p>
          <a:p>
            <a:pPr marL="0" indent="0">
              <a:buNone/>
            </a:pPr>
            <a:endParaRPr lang="en-IN" b="1">
              <a:latin typeface="Calibri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IN" b="1">
                <a:latin typeface="Calibri"/>
                <a:ea typeface="+mn-lt"/>
                <a:cs typeface="+mn-lt"/>
              </a:rPr>
              <a:t>Example</a:t>
            </a:r>
            <a:r>
              <a:rPr lang="en-IN">
                <a:ea typeface="+mn-lt"/>
                <a:cs typeface="+mn-lt"/>
              </a:rPr>
              <a:t>:</a:t>
            </a:r>
            <a:endParaRPr lang="en-IN">
              <a:ea typeface="Calibri"/>
              <a:cs typeface="Calibri"/>
            </a:endParaRPr>
          </a:p>
          <a:p>
            <a:pPr marL="0" indent="0">
              <a:buNone/>
            </a:pPr>
            <a:endParaRPr lang="en-IN" sz="140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endParaRPr lang="en-IN">
              <a:latin typeface="Consolas"/>
              <a:ea typeface="Calibri" panose="020F0502020204030204"/>
              <a:cs typeface="Calibri" panose="020F0502020204030204"/>
            </a:endParaRPr>
          </a:p>
          <a:p>
            <a:pPr lvl="1"/>
            <a:endParaRPr lang="en-IN" b="1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B2CB1F-EC3F-124F-F367-F25B7C1AB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3735547-B499-4273-BF07-F756EAEC2F73}" type="slidenum">
              <a:rPr lang="en-IN" smtClean="0"/>
              <a:t>12</a:t>
            </a:fld>
            <a:endParaRPr lang="en-IN"/>
          </a:p>
        </p:txBody>
      </p:sp>
      <p:sp>
        <p:nvSpPr>
          <p:cNvPr id="976" name="TextBox 975">
            <a:extLst>
              <a:ext uri="{FF2B5EF4-FFF2-40B4-BE49-F238E27FC236}">
                <a16:creationId xmlns:a16="http://schemas.microsoft.com/office/drawing/2014/main" id="{40B382FF-74DA-3E12-78E4-DEA7B1421862}"/>
              </a:ext>
            </a:extLst>
          </p:cNvPr>
          <p:cNvSpPr txBox="1"/>
          <p:nvPr/>
        </p:nvSpPr>
        <p:spPr>
          <a:xfrm>
            <a:off x="7839711" y="2867257"/>
            <a:ext cx="838268" cy="2286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E274DE-D3DB-562D-2201-4C240C50F192}"/>
              </a:ext>
            </a:extLst>
          </p:cNvPr>
          <p:cNvSpPr/>
          <p:nvPr/>
        </p:nvSpPr>
        <p:spPr>
          <a:xfrm>
            <a:off x="3803331" y="3292568"/>
            <a:ext cx="1915646" cy="24313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>
                <a:solidFill>
                  <a:schemeClr val="tx1"/>
                </a:solidFill>
                <a:ea typeface="Calibri"/>
                <a:cs typeface="Calibri"/>
              </a:rPr>
              <a:t>Kong API Gate</a:t>
            </a:r>
            <a:endParaRPr lang="en-US">
              <a:solidFill>
                <a:schemeClr val="tx1"/>
              </a:solidFill>
            </a:endParaRPr>
          </a:p>
          <a:p>
            <a:pPr algn="ctr"/>
            <a:r>
              <a:rPr lang="en-US" b="1">
                <a:solidFill>
                  <a:schemeClr val="tx1"/>
                </a:solidFill>
                <a:ea typeface="Calibri"/>
                <a:cs typeface="Calibri"/>
              </a:rPr>
              <a:t>Way</a:t>
            </a:r>
          </a:p>
        </p:txBody>
      </p:sp>
      <p:pic>
        <p:nvPicPr>
          <p:cNvPr id="11" name="Graphic 10" descr="Lock with solid fill">
            <a:extLst>
              <a:ext uri="{FF2B5EF4-FFF2-40B4-BE49-F238E27FC236}">
                <a16:creationId xmlns:a16="http://schemas.microsoft.com/office/drawing/2014/main" id="{EC24AA80-42B6-8E15-58F6-38109708C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19550" y="5324475"/>
            <a:ext cx="400050" cy="390525"/>
          </a:xfrm>
          <a:prstGeom prst="rect">
            <a:avLst/>
          </a:prstGeom>
        </p:spPr>
      </p:pic>
      <p:pic>
        <p:nvPicPr>
          <p:cNvPr id="12" name="Graphic 11" descr="Playbook with solid fill">
            <a:extLst>
              <a:ext uri="{FF2B5EF4-FFF2-40B4-BE49-F238E27FC236}">
                <a16:creationId xmlns:a16="http://schemas.microsoft.com/office/drawing/2014/main" id="{8C67CEBA-18D0-9030-8552-4CEF444741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81575" y="5324475"/>
            <a:ext cx="419100" cy="39052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71C8582-A05D-1C65-D129-AFACE147E14E}"/>
              </a:ext>
            </a:extLst>
          </p:cNvPr>
          <p:cNvSpPr txBox="1"/>
          <p:nvPr/>
        </p:nvSpPr>
        <p:spPr>
          <a:xfrm>
            <a:off x="4023425" y="5122297"/>
            <a:ext cx="1371110" cy="2539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050">
                <a:ea typeface="Calibri"/>
                <a:cs typeface="Calibri"/>
              </a:rPr>
              <a:t>Auth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6D3C308-80C5-41B9-2B00-C3339E1AE8FD}"/>
              </a:ext>
            </a:extLst>
          </p:cNvPr>
          <p:cNvSpPr txBox="1"/>
          <p:nvPr/>
        </p:nvSpPr>
        <p:spPr>
          <a:xfrm>
            <a:off x="4911253" y="5122810"/>
            <a:ext cx="2154601" cy="2539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050">
                <a:ea typeface="Calibri"/>
                <a:cs typeface="Calibri"/>
              </a:rPr>
              <a:t>Routing</a:t>
            </a:r>
          </a:p>
        </p:txBody>
      </p:sp>
      <p:pic>
        <p:nvPicPr>
          <p:cNvPr id="21" name="Graphic 20" descr="Internet with solid fill">
            <a:extLst>
              <a:ext uri="{FF2B5EF4-FFF2-40B4-BE49-F238E27FC236}">
                <a16:creationId xmlns:a16="http://schemas.microsoft.com/office/drawing/2014/main" id="{743EFA43-7C12-E135-96CF-9FA16191CB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9688" y="3287735"/>
            <a:ext cx="1618713" cy="198361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5340E5E-DBEE-A9F1-AE28-D2FC1C1D3389}"/>
              </a:ext>
            </a:extLst>
          </p:cNvPr>
          <p:cNvSpPr txBox="1"/>
          <p:nvPr/>
        </p:nvSpPr>
        <p:spPr>
          <a:xfrm>
            <a:off x="589661" y="4877234"/>
            <a:ext cx="133193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ea typeface="Calibri"/>
                <a:cs typeface="Calibri"/>
              </a:rPr>
              <a:t>Client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A4AB8B2-9C9C-6E8E-702E-907BEB37EB60}"/>
              </a:ext>
            </a:extLst>
          </p:cNvPr>
          <p:cNvCxnSpPr/>
          <p:nvPr/>
        </p:nvCxnSpPr>
        <p:spPr>
          <a:xfrm flipV="1">
            <a:off x="1956749" y="4465363"/>
            <a:ext cx="1843184" cy="710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89A80C2-8714-F967-80C3-6E20C29BCBC6}"/>
              </a:ext>
            </a:extLst>
          </p:cNvPr>
          <p:cNvSpPr txBox="1"/>
          <p:nvPr/>
        </p:nvSpPr>
        <p:spPr>
          <a:xfrm>
            <a:off x="2304583" y="4124320"/>
            <a:ext cx="149842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 b="1">
                <a:ea typeface="+mn-lt"/>
                <a:cs typeface="+mn-lt"/>
              </a:rPr>
              <a:t>/</a:t>
            </a:r>
            <a:r>
              <a:rPr lang="en-US" sz="1400" b="1" err="1">
                <a:ea typeface="+mn-lt"/>
                <a:cs typeface="+mn-lt"/>
              </a:rPr>
              <a:t>api</a:t>
            </a:r>
            <a:r>
              <a:rPr lang="en-US" sz="1400" b="1">
                <a:ea typeface="+mn-lt"/>
                <a:cs typeface="+mn-lt"/>
              </a:rPr>
              <a:t>/orders</a:t>
            </a:r>
            <a:endParaRPr lang="en-US" sz="1400" b="1">
              <a:ea typeface="Calibri"/>
              <a:cs typeface="Calibri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002CB4B-E78C-CF00-2508-E47858465431}"/>
              </a:ext>
            </a:extLst>
          </p:cNvPr>
          <p:cNvCxnSpPr>
            <a:cxnSpLocks/>
          </p:cNvCxnSpPr>
          <p:nvPr/>
        </p:nvCxnSpPr>
        <p:spPr>
          <a:xfrm>
            <a:off x="5719124" y="4548670"/>
            <a:ext cx="1938434" cy="1194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EE4D4A23-F677-D0FB-DA0B-DF75BF6DCEDC}"/>
              </a:ext>
            </a:extLst>
          </p:cNvPr>
          <p:cNvSpPr/>
          <p:nvPr/>
        </p:nvSpPr>
        <p:spPr>
          <a:xfrm>
            <a:off x="7671687" y="4216492"/>
            <a:ext cx="3505248" cy="61088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ea typeface="Calibri"/>
                <a:cs typeface="Calibri"/>
              </a:rPr>
              <a:t>Order Service</a:t>
            </a:r>
            <a:endParaRPr lang="en-US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2AC72A7-3D98-46C7-6C6A-3E212B8F5D44}"/>
              </a:ext>
            </a:extLst>
          </p:cNvPr>
          <p:cNvSpPr/>
          <p:nvPr/>
        </p:nvSpPr>
        <p:spPr>
          <a:xfrm>
            <a:off x="7671687" y="3281835"/>
            <a:ext cx="3505248" cy="63234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ea typeface="Calibri"/>
                <a:cs typeface="Calibri"/>
              </a:rPr>
              <a:t>User Service</a:t>
            </a:r>
            <a:endParaRPr lang="en-US">
              <a:solidFill>
                <a:schemeClr val="tx1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F196032-D70B-44E0-FB48-7447731726DA}"/>
              </a:ext>
            </a:extLst>
          </p:cNvPr>
          <p:cNvSpPr/>
          <p:nvPr/>
        </p:nvSpPr>
        <p:spPr>
          <a:xfrm>
            <a:off x="7671687" y="5207092"/>
            <a:ext cx="3505248" cy="62161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ea typeface="Calibri"/>
                <a:cs typeface="Calibri"/>
              </a:rPr>
              <a:t>Payment Service</a:t>
            </a:r>
            <a:endParaRPr lang="en-US">
              <a:solidFill>
                <a:schemeClr val="tx1"/>
              </a:solidFill>
            </a:endParaRPr>
          </a:p>
        </p:txBody>
      </p:sp>
      <p:pic>
        <p:nvPicPr>
          <p:cNvPr id="30" name="Picture 29" descr="Kong API Gateway">
            <a:extLst>
              <a:ext uri="{FF2B5EF4-FFF2-40B4-BE49-F238E27FC236}">
                <a16:creationId xmlns:a16="http://schemas.microsoft.com/office/drawing/2014/main" id="{A179AB3A-935B-F557-3F12-5F057AFFCF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14813" y="4029075"/>
            <a:ext cx="1143000" cy="103822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D85634B-8D6C-252C-9454-6195F0DD377F}"/>
              </a:ext>
            </a:extLst>
          </p:cNvPr>
          <p:cNvCxnSpPr>
            <a:cxnSpLocks/>
          </p:cNvCxnSpPr>
          <p:nvPr/>
        </p:nvCxnSpPr>
        <p:spPr>
          <a:xfrm flipV="1">
            <a:off x="1956749" y="5072681"/>
            <a:ext cx="1843184" cy="7108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4DFD085-ED57-0B3B-0A0C-B79FF6170D26}"/>
              </a:ext>
            </a:extLst>
          </p:cNvPr>
          <p:cNvSpPr txBox="1"/>
          <p:nvPr/>
        </p:nvSpPr>
        <p:spPr>
          <a:xfrm>
            <a:off x="2238375" y="4676775"/>
            <a:ext cx="27432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/>
              <a:t>/</a:t>
            </a:r>
            <a:r>
              <a:rPr lang="en-US" sz="1400" b="1" err="1"/>
              <a:t>api</a:t>
            </a:r>
            <a:r>
              <a:rPr lang="en-US" sz="1400" b="1"/>
              <a:t>/Payment</a:t>
            </a:r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7D3C4E3-D838-8D94-5244-2FA39C3BEF35}"/>
              </a:ext>
            </a:extLst>
          </p:cNvPr>
          <p:cNvCxnSpPr>
            <a:cxnSpLocks/>
          </p:cNvCxnSpPr>
          <p:nvPr/>
        </p:nvCxnSpPr>
        <p:spPr>
          <a:xfrm>
            <a:off x="5719124" y="5558320"/>
            <a:ext cx="1938434" cy="2417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31D2B889-9A53-EE4D-0D10-817F8478D0DB}"/>
              </a:ext>
            </a:extLst>
          </p:cNvPr>
          <p:cNvSpPr txBox="1"/>
          <p:nvPr/>
        </p:nvSpPr>
        <p:spPr>
          <a:xfrm>
            <a:off x="5895507" y="4219570"/>
            <a:ext cx="185085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ea typeface="Calibri"/>
                <a:cs typeface="Calibri"/>
              </a:rPr>
              <a:t>Route to order ser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994C3FB-3FF2-420E-D4BE-288A15DED3D5}"/>
              </a:ext>
            </a:extLst>
          </p:cNvPr>
          <p:cNvSpPr txBox="1"/>
          <p:nvPr/>
        </p:nvSpPr>
        <p:spPr>
          <a:xfrm>
            <a:off x="5809782" y="5210170"/>
            <a:ext cx="185085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ea typeface="Calibri"/>
                <a:cs typeface="Calibri"/>
              </a:rPr>
              <a:t>Route to payment ser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127DD16-F636-3F9B-0513-71D788866B83}"/>
              </a:ext>
            </a:extLst>
          </p:cNvPr>
          <p:cNvCxnSpPr>
            <a:cxnSpLocks/>
          </p:cNvCxnSpPr>
          <p:nvPr/>
        </p:nvCxnSpPr>
        <p:spPr>
          <a:xfrm flipV="1">
            <a:off x="1956749" y="3907278"/>
            <a:ext cx="1843184" cy="7108"/>
          </a:xfrm>
          <a:prstGeom prst="straightConnector1">
            <a:avLst/>
          </a:prstGeom>
          <a:ln w="285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BD61747-C3AF-8BF2-655E-D8B8C220E00C}"/>
              </a:ext>
            </a:extLst>
          </p:cNvPr>
          <p:cNvSpPr txBox="1"/>
          <p:nvPr/>
        </p:nvSpPr>
        <p:spPr>
          <a:xfrm>
            <a:off x="2315315" y="3598433"/>
            <a:ext cx="149842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 b="1">
                <a:ea typeface="+mn-lt"/>
                <a:cs typeface="+mn-lt"/>
              </a:rPr>
              <a:t>/</a:t>
            </a:r>
            <a:r>
              <a:rPr lang="en-US" sz="1400" b="1" err="1">
                <a:ea typeface="+mn-lt"/>
                <a:cs typeface="+mn-lt"/>
              </a:rPr>
              <a:t>api</a:t>
            </a:r>
            <a:r>
              <a:rPr lang="en-US" sz="1400" b="1">
                <a:ea typeface="+mn-lt"/>
                <a:cs typeface="+mn-lt"/>
              </a:rPr>
              <a:t>/users</a:t>
            </a:r>
            <a:endParaRPr lang="en-US" sz="1400" b="1">
              <a:ea typeface="Calibri"/>
              <a:cs typeface="Calibri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8249A3D-E4EF-DD57-A22F-ECBBD099B196}"/>
              </a:ext>
            </a:extLst>
          </p:cNvPr>
          <p:cNvCxnSpPr>
            <a:cxnSpLocks/>
          </p:cNvCxnSpPr>
          <p:nvPr/>
        </p:nvCxnSpPr>
        <p:spPr>
          <a:xfrm flipV="1">
            <a:off x="5723819" y="3671164"/>
            <a:ext cx="1939775" cy="7108"/>
          </a:xfrm>
          <a:prstGeom prst="straightConnector1">
            <a:avLst/>
          </a:prstGeom>
          <a:ln w="285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0E5CA9DF-8236-A5C4-1223-A2A0BE9D8F0B}"/>
              </a:ext>
            </a:extLst>
          </p:cNvPr>
          <p:cNvSpPr txBox="1"/>
          <p:nvPr/>
        </p:nvSpPr>
        <p:spPr>
          <a:xfrm>
            <a:off x="5895507" y="3360978"/>
            <a:ext cx="185085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ea typeface="Calibri"/>
                <a:cs typeface="Calibri"/>
              </a:rPr>
              <a:t>Route to user ser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117482-12A1-3A43-D92D-F732C63E571E}"/>
              </a:ext>
            </a:extLst>
          </p:cNvPr>
          <p:cNvSpPr txBox="1"/>
          <p:nvPr/>
        </p:nvSpPr>
        <p:spPr>
          <a:xfrm>
            <a:off x="448575" y="488358"/>
            <a:ext cx="1023037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en-US" sz="2800">
                <a:solidFill>
                  <a:srgbClr val="010086"/>
                </a:solidFill>
                <a:latin typeface="Century Gothic"/>
                <a:ea typeface="+mn-lt"/>
                <a:cs typeface="+mn-lt"/>
              </a:rPr>
              <a:t>Microservices Implementation Guide : E-Commerce </a:t>
            </a:r>
            <a:endParaRPr lang="en-US" sz="2800">
              <a:latin typeface="Century Gothic"/>
            </a:endParaRPr>
          </a:p>
        </p:txBody>
      </p:sp>
      <p:pic>
        <p:nvPicPr>
          <p:cNvPr id="8" name="Graphic 6" descr="Shopping cart with solid fill">
            <a:extLst>
              <a:ext uri="{FF2B5EF4-FFF2-40B4-BE49-F238E27FC236}">
                <a16:creationId xmlns:a16="http://schemas.microsoft.com/office/drawing/2014/main" id="{95C14D73-FBB5-0ED2-F7B8-1F8602E8AE2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00306" y="493435"/>
            <a:ext cx="457200" cy="44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6728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9F2A5-16E3-9CC1-38FA-3672808AB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ADE8D3-0F52-70BE-7BB5-B0FA398E3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IN" sz="1800" b="1"/>
              <a:t>Step 8 : </a:t>
            </a:r>
            <a:r>
              <a:rPr lang="en-IN" sz="1800" b="1">
                <a:ea typeface="+mn-lt"/>
                <a:cs typeface="+mn-lt"/>
              </a:rPr>
              <a:t>Testing</a:t>
            </a:r>
            <a:endParaRPr lang="en-US" sz="1800" b="1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IN">
                <a:ea typeface="+mn-lt"/>
                <a:cs typeface="+mn-lt"/>
              </a:rPr>
              <a:t>Test API endpoints and business logic.</a:t>
            </a:r>
          </a:p>
          <a:p>
            <a:pPr marL="0" indent="0">
              <a:buNone/>
            </a:pPr>
            <a:r>
              <a:rPr lang="en-IN" b="1">
                <a:ea typeface="+mn-lt"/>
                <a:cs typeface="+mn-lt"/>
              </a:rPr>
              <a:t>Tools</a:t>
            </a:r>
            <a:r>
              <a:rPr lang="en-IN">
                <a:ea typeface="+mn-lt"/>
                <a:cs typeface="+mn-lt"/>
              </a:rPr>
              <a:t>:</a:t>
            </a:r>
            <a:endParaRPr lang="en-IN">
              <a:ea typeface="Calibri"/>
              <a:cs typeface="Calibri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400">
                <a:ea typeface="+mn-lt"/>
                <a:cs typeface="+mn-lt"/>
              </a:rPr>
              <a:t>Postman, JUnit, PyTest, Jest</a:t>
            </a:r>
            <a:endParaRPr lang="en-IN" sz="1400" b="1">
              <a:ea typeface="Calibri" panose="020F0502020204030204"/>
              <a:cs typeface="Calibri" panose="020F0502020204030204"/>
            </a:endParaRPr>
          </a:p>
          <a:p>
            <a:pPr marL="628650" lvl="1" indent="-171450"/>
            <a:endParaRPr lang="en-IN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/>
            <a:endParaRPr lang="en-IN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IN">
              <a:latin typeface="Consolas"/>
              <a:ea typeface="Calibri" panose="020F0502020204030204"/>
              <a:cs typeface="Calibri" panose="020F0502020204030204"/>
            </a:endParaRPr>
          </a:p>
          <a:p>
            <a:pPr lvl="1"/>
            <a:endParaRPr lang="en-IN" b="1"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C8B013-2280-D2AF-D0F0-D5F66DC65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3735547-B499-4273-BF07-F756EAEC2F73}" type="slidenum">
              <a:rPr lang="en-IN" smtClean="0"/>
              <a:t>13</a:t>
            </a:fld>
            <a:endParaRPr lang="en-IN"/>
          </a:p>
        </p:txBody>
      </p:sp>
      <p:sp>
        <p:nvSpPr>
          <p:cNvPr id="976" name="TextBox 975">
            <a:extLst>
              <a:ext uri="{FF2B5EF4-FFF2-40B4-BE49-F238E27FC236}">
                <a16:creationId xmlns:a16="http://schemas.microsoft.com/office/drawing/2014/main" id="{A2441557-B3B2-9825-07E0-F52AF7DB50AE}"/>
              </a:ext>
            </a:extLst>
          </p:cNvPr>
          <p:cNvSpPr txBox="1"/>
          <p:nvPr/>
        </p:nvSpPr>
        <p:spPr>
          <a:xfrm>
            <a:off x="7839711" y="2867257"/>
            <a:ext cx="838268" cy="2286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pic>
        <p:nvPicPr>
          <p:cNvPr id="3" name="Picture 2" descr="A screenshot of a phone&#10;&#10;AI-generated content may be incorrect.">
            <a:extLst>
              <a:ext uri="{FF2B5EF4-FFF2-40B4-BE49-F238E27FC236}">
                <a16:creationId xmlns:a16="http://schemas.microsoft.com/office/drawing/2014/main" id="{566D7B71-89DF-098D-E6B4-58B37A322D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2479"/>
          <a:stretch>
            <a:fillRect/>
          </a:stretch>
        </p:blipFill>
        <p:spPr>
          <a:xfrm>
            <a:off x="7109702" y="1941140"/>
            <a:ext cx="4572000" cy="4381871"/>
          </a:xfrm>
          <a:prstGeom prst="rect">
            <a:avLst/>
          </a:prstGeom>
        </p:spPr>
      </p:pic>
      <p:pic>
        <p:nvPicPr>
          <p:cNvPr id="7" name="Picture 6" descr="POSTMAN API Testing Training in Ahmedabad &amp; Vadodara | Unicode Technologies">
            <a:extLst>
              <a:ext uri="{FF2B5EF4-FFF2-40B4-BE49-F238E27FC236}">
                <a16:creationId xmlns:a16="http://schemas.microsoft.com/office/drawing/2014/main" id="{B9813015-E84E-F7E5-FB8E-A3BDD208FF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86" y="2751846"/>
            <a:ext cx="1894937" cy="1851806"/>
          </a:xfrm>
          <a:prstGeom prst="rect">
            <a:avLst/>
          </a:prstGeom>
        </p:spPr>
      </p:pic>
      <p:pic>
        <p:nvPicPr>
          <p:cNvPr id="13" name="Picture 12" descr="JUnit · GitHub">
            <a:extLst>
              <a:ext uri="{FF2B5EF4-FFF2-40B4-BE49-F238E27FC236}">
                <a16:creationId xmlns:a16="http://schemas.microsoft.com/office/drawing/2014/main" id="{868571C2-6048-7103-352F-94AE6C24B4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9175" y="2982332"/>
            <a:ext cx="2301528" cy="985903"/>
          </a:xfrm>
          <a:prstGeom prst="rect">
            <a:avLst/>
          </a:prstGeom>
        </p:spPr>
      </p:pic>
      <p:pic>
        <p:nvPicPr>
          <p:cNvPr id="15" name="Picture 14" descr="File:Pytest logo.svg - Wikimedia Commons">
            <a:extLst>
              <a:ext uri="{FF2B5EF4-FFF2-40B4-BE49-F238E27FC236}">
                <a16:creationId xmlns:a16="http://schemas.microsoft.com/office/drawing/2014/main" id="{6CF133F2-4007-5046-08A0-98F8EE2BF0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1349" y="4611143"/>
            <a:ext cx="2103330" cy="1925878"/>
          </a:xfrm>
          <a:prstGeom prst="rect">
            <a:avLst/>
          </a:prstGeom>
        </p:spPr>
      </p:pic>
      <p:pic>
        <p:nvPicPr>
          <p:cNvPr id="18" name="Picture 17" descr="Free High-Quality Jest Logo for Creative Design">
            <a:extLst>
              <a:ext uri="{FF2B5EF4-FFF2-40B4-BE49-F238E27FC236}">
                <a16:creationId xmlns:a16="http://schemas.microsoft.com/office/drawing/2014/main" id="{7A324125-A9D2-E1B4-6531-210142E9FF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0062" y="4130849"/>
            <a:ext cx="2047875" cy="222885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965AC62-E1AB-85C8-4EE3-7AA16D86DDFF}"/>
              </a:ext>
            </a:extLst>
          </p:cNvPr>
          <p:cNvSpPr txBox="1"/>
          <p:nvPr/>
        </p:nvSpPr>
        <p:spPr>
          <a:xfrm>
            <a:off x="8059793" y="1563909"/>
            <a:ext cx="254635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ea typeface="Calibri"/>
                <a:cs typeface="Calibri"/>
              </a:rPr>
              <a:t>Example :</a:t>
            </a:r>
            <a:endParaRPr lang="en-US" sz="1400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C9CB6F-5811-EA21-3B46-B965C252EC59}"/>
              </a:ext>
            </a:extLst>
          </p:cNvPr>
          <p:cNvSpPr txBox="1"/>
          <p:nvPr/>
        </p:nvSpPr>
        <p:spPr>
          <a:xfrm>
            <a:off x="448575" y="488358"/>
            <a:ext cx="1023037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en-US" sz="2800">
                <a:solidFill>
                  <a:srgbClr val="010086"/>
                </a:solidFill>
                <a:latin typeface="Century Gothic"/>
                <a:ea typeface="+mn-lt"/>
                <a:cs typeface="+mn-lt"/>
              </a:rPr>
              <a:t>Microservices Implementation Guide : E-Commerce </a:t>
            </a:r>
            <a:endParaRPr lang="en-US" sz="2800">
              <a:latin typeface="Century Gothic"/>
            </a:endParaRPr>
          </a:p>
        </p:txBody>
      </p:sp>
      <p:pic>
        <p:nvPicPr>
          <p:cNvPr id="11" name="Graphic 6" descr="Shopping cart with solid fill">
            <a:extLst>
              <a:ext uri="{FF2B5EF4-FFF2-40B4-BE49-F238E27FC236}">
                <a16:creationId xmlns:a16="http://schemas.microsoft.com/office/drawing/2014/main" id="{A2810876-D92B-1BA0-F931-ACFC156C6E2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00306" y="493435"/>
            <a:ext cx="457200" cy="44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5638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EC0A2-C5C1-E75D-1A2F-5E0E6AC58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7CE16F-FAF9-B9FE-5070-208124EDE5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IN">
                <a:ea typeface="+mn-lt"/>
                <a:cs typeface="+mn-lt"/>
              </a:rPr>
              <a:t>It is a type of microservice design where each service can run independently on a local device</a:t>
            </a:r>
            <a:endParaRPr lang="en-U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IN">
                <a:ea typeface="+mn-lt"/>
                <a:cs typeface="+mn-lt"/>
              </a:rPr>
              <a:t>These services do not rely on a continuous network connection to communicate with central/cloud systems.</a:t>
            </a:r>
            <a:endParaRPr lang="en-IN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IN">
                <a:ea typeface="+mn-lt"/>
                <a:cs typeface="+mn-lt"/>
              </a:rPr>
              <a:t>They store/process requests locally, and when connectivity is restored, they sync data back to the cloud or other services.</a:t>
            </a:r>
            <a:endParaRPr lang="en-IN">
              <a:ea typeface="Calibri"/>
              <a:cs typeface="Calibri"/>
            </a:endParaRPr>
          </a:p>
          <a:p>
            <a:pPr marL="0" indent="0">
              <a:buNone/>
            </a:pPr>
            <a:endParaRPr lang="en-IN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A68862-68C0-31D9-1EC2-98C0343AD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3735547-B499-4273-BF07-F756EAEC2F73}" type="slidenum">
              <a:rPr lang="en-IN" smtClean="0"/>
              <a:t>14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A372A7-B010-8402-02E0-0829A168E2C3}"/>
              </a:ext>
            </a:extLst>
          </p:cNvPr>
          <p:cNvSpPr txBox="1"/>
          <p:nvPr/>
        </p:nvSpPr>
        <p:spPr>
          <a:xfrm>
            <a:off x="448575" y="387200"/>
            <a:ext cx="1023037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en-US" sz="2800">
                <a:solidFill>
                  <a:srgbClr val="010086"/>
                </a:solidFill>
                <a:latin typeface="Century Gothic"/>
                <a:ea typeface="Calibri"/>
                <a:cs typeface="Calibri"/>
              </a:rPr>
              <a:t>Microservices</a:t>
            </a:r>
            <a:r>
              <a:rPr lang="en-US" sz="2800">
                <a:solidFill>
                  <a:srgbClr val="010086"/>
                </a:solidFill>
                <a:latin typeface="Century Gothic"/>
                <a:ea typeface="+mn-lt"/>
                <a:cs typeface="+mn-lt"/>
              </a:rPr>
              <a:t> without a Network</a:t>
            </a:r>
            <a:endParaRPr lang="en-US" sz="2800">
              <a:solidFill>
                <a:srgbClr val="010086"/>
              </a:solidFill>
              <a:latin typeface="Century Gothic"/>
              <a:ea typeface="Calibri"/>
              <a:cs typeface="Calibri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F9F5EB4-F161-A950-18FC-E391253579A6}"/>
              </a:ext>
            </a:extLst>
          </p:cNvPr>
          <p:cNvSpPr/>
          <p:nvPr/>
        </p:nvSpPr>
        <p:spPr>
          <a:xfrm>
            <a:off x="1106464" y="4363234"/>
            <a:ext cx="4196220" cy="199372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Eventual Consistency is Acceptable</a:t>
            </a:r>
            <a:endParaRPr lang="en-US" sz="1400" b="1">
              <a:solidFill>
                <a:schemeClr val="tx1"/>
              </a:solidFill>
              <a:ea typeface="Calibri"/>
              <a:cs typeface="Calibri"/>
            </a:endParaRPr>
          </a:p>
          <a:p>
            <a:pPr algn="ctr"/>
            <a:endParaRPr lang="en-US" sz="1400" b="1">
              <a:solidFill>
                <a:schemeClr val="tx1"/>
              </a:solidFill>
              <a:ea typeface="Calibri"/>
              <a:cs typeface="Calibri"/>
            </a:endParaRPr>
          </a:p>
          <a:p>
            <a:pPr marL="285750" indent="-285750">
              <a:buFont typeface="Wingdings"/>
              <a:buChar char="Ø"/>
            </a:pPr>
            <a:r>
              <a:rPr lang="en-US" sz="1400">
                <a:solidFill>
                  <a:schemeClr val="tx1"/>
                </a:solidFill>
                <a:ea typeface="+mn-lt"/>
                <a:cs typeface="+mn-lt"/>
              </a:rPr>
              <a:t>Not every system needs real-time synchronization.</a:t>
            </a:r>
            <a:endParaRPr lang="en-US" sz="1400">
              <a:solidFill>
                <a:schemeClr val="tx1"/>
              </a:solidFill>
              <a:ea typeface="Calibri"/>
              <a:cs typeface="Calibri"/>
            </a:endParaRPr>
          </a:p>
          <a:p>
            <a:pPr marL="285750" indent="-285750">
              <a:buFont typeface="Wingdings"/>
              <a:buChar char="Ø"/>
            </a:pPr>
            <a:r>
              <a:rPr lang="en-US" sz="1400">
                <a:solidFill>
                  <a:schemeClr val="tx1"/>
                </a:solidFill>
                <a:ea typeface="+mn-lt"/>
                <a:cs typeface="+mn-lt"/>
              </a:rPr>
              <a:t>It’s okay if data is synced after minutes or hours, </a:t>
            </a:r>
            <a:r>
              <a:rPr lang="en-US" sz="1400" i="1">
                <a:solidFill>
                  <a:schemeClr val="tx1"/>
                </a:solidFill>
                <a:ea typeface="+mn-lt"/>
                <a:cs typeface="+mn-lt"/>
              </a:rPr>
              <a:t>as long as it is not lost</a:t>
            </a:r>
            <a:r>
              <a:rPr lang="en-US" sz="1400">
                <a:solidFill>
                  <a:schemeClr val="tx1"/>
                </a:solidFill>
                <a:ea typeface="+mn-lt"/>
                <a:cs typeface="+mn-lt"/>
              </a:rPr>
              <a:t>.</a:t>
            </a:r>
            <a:endParaRPr lang="en-US" sz="1400">
              <a:solidFill>
                <a:schemeClr val="tx1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DEBB78C-D899-4FC2-3CA2-02647C4E57F0}"/>
              </a:ext>
            </a:extLst>
          </p:cNvPr>
          <p:cNvSpPr/>
          <p:nvPr/>
        </p:nvSpPr>
        <p:spPr>
          <a:xfrm>
            <a:off x="1106464" y="2275563"/>
            <a:ext cx="4196219" cy="199372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  <a:ea typeface="Calibri"/>
                <a:cs typeface="Calibri"/>
              </a:rPr>
              <a:t>Low Latency, Real-Time Decisions</a:t>
            </a:r>
            <a:endParaRPr lang="en-US" sz="1400">
              <a:solidFill>
                <a:schemeClr val="tx1"/>
              </a:solidFill>
              <a:ea typeface="Calibri"/>
              <a:cs typeface="Calibri"/>
            </a:endParaRPr>
          </a:p>
          <a:p>
            <a:pPr algn="ctr"/>
            <a:endParaRPr lang="en-US" sz="1400">
              <a:solidFill>
                <a:schemeClr val="tx1"/>
              </a:solidFill>
              <a:ea typeface="Calibri"/>
              <a:cs typeface="Calibri"/>
            </a:endParaRPr>
          </a:p>
          <a:p>
            <a:pPr marL="285750" indent="-285750">
              <a:buFont typeface="Wingdings,Sans-Serif"/>
              <a:buChar char="Ø"/>
            </a:pPr>
            <a:r>
              <a:rPr lang="en-US" sz="1400">
                <a:solidFill>
                  <a:schemeClr val="tx1"/>
                </a:solidFill>
                <a:ea typeface="Calibri"/>
                <a:cs typeface="Calibri"/>
              </a:rPr>
              <a:t>Decisions are made instantly on-device, without waiting for cloud responses.</a:t>
            </a:r>
          </a:p>
          <a:p>
            <a:pPr marL="285750" indent="-285750">
              <a:buFont typeface="Wingdings,Sans-Serif"/>
              <a:buChar char="Ø"/>
            </a:pPr>
            <a:r>
              <a:rPr lang="en-US" sz="1400">
                <a:solidFill>
                  <a:schemeClr val="tx1"/>
                </a:solidFill>
                <a:ea typeface="Calibri"/>
                <a:cs typeface="Calibri"/>
              </a:rPr>
              <a:t>Crucial for industrial machines, robotics, vehicles and medical devices.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D7DF93A-8FC5-0AE1-EF17-ED861D4A3005}"/>
              </a:ext>
            </a:extLst>
          </p:cNvPr>
          <p:cNvSpPr/>
          <p:nvPr/>
        </p:nvSpPr>
        <p:spPr>
          <a:xfrm>
            <a:off x="6033367" y="4363233"/>
            <a:ext cx="4206658" cy="199372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Edge Computing Compatibility</a:t>
            </a:r>
            <a:endParaRPr lang="en-US" sz="1400" b="1" dirty="0">
              <a:solidFill>
                <a:schemeClr val="tx1"/>
              </a:solidFill>
              <a:ea typeface="Calibri"/>
              <a:cs typeface="Calibri"/>
            </a:endParaRPr>
          </a:p>
          <a:p>
            <a:pPr algn="ctr"/>
            <a:endParaRPr lang="en-US" sz="1400" b="1">
              <a:solidFill>
                <a:schemeClr val="tx1"/>
              </a:solidFill>
              <a:ea typeface="Calibri"/>
              <a:cs typeface="Calibri"/>
            </a:endParaRPr>
          </a:p>
          <a:p>
            <a:pPr marL="285750" indent="-285750">
              <a:buFont typeface="Wingdings"/>
              <a:buChar char="Ø"/>
            </a:pPr>
            <a:r>
              <a:rPr lang="en-US" sz="1400">
                <a:solidFill>
                  <a:schemeClr val="tx1"/>
                </a:solidFill>
              </a:rPr>
              <a:t>Processing is done near the data source (edge)→ reduces bandwidth usage to</a:t>
            </a:r>
            <a:r>
              <a:rPr lang="en-US" sz="1400">
                <a:solidFill>
                  <a:schemeClr val="tx1"/>
                </a:solidFill>
                <a:ea typeface="+mn-lt"/>
                <a:cs typeface="+mn-lt"/>
              </a:rPr>
              <a:t> cloud.</a:t>
            </a:r>
            <a:endParaRPr lang="en-US" sz="1400">
              <a:solidFill>
                <a:schemeClr val="tx1"/>
              </a:solidFill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Wingdings"/>
              <a:buChar char="Ø"/>
            </a:pPr>
            <a:r>
              <a:rPr lang="en-US" sz="1400" dirty="0">
                <a:solidFill>
                  <a:schemeClr val="tx1"/>
                </a:solidFill>
                <a:ea typeface="+mn-lt"/>
                <a:cs typeface="+mn-lt"/>
              </a:rPr>
              <a:t>Scalable solution for large deployments of field devices.</a:t>
            </a:r>
            <a:endParaRPr lang="en-US" sz="1400" dirty="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A1C7FA9-A269-4DE4-A5DF-93A484B11F33}"/>
              </a:ext>
            </a:extLst>
          </p:cNvPr>
          <p:cNvSpPr/>
          <p:nvPr/>
        </p:nvSpPr>
        <p:spPr>
          <a:xfrm>
            <a:off x="6033367" y="2275562"/>
            <a:ext cx="4196219" cy="199372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  <a:ea typeface="Calibri"/>
                <a:cs typeface="Calibri"/>
              </a:rPr>
              <a:t>Works Even Without Internet</a:t>
            </a:r>
            <a:endParaRPr lang="en-US" sz="1400">
              <a:solidFill>
                <a:schemeClr val="tx1"/>
              </a:solidFill>
              <a:ea typeface="Calibri"/>
              <a:cs typeface="Calibri"/>
            </a:endParaRPr>
          </a:p>
          <a:p>
            <a:pPr algn="ctr"/>
            <a:endParaRPr lang="en-US" sz="1400">
              <a:solidFill>
                <a:schemeClr val="tx1"/>
              </a:solidFill>
              <a:ea typeface="Calibri"/>
              <a:cs typeface="Calibri"/>
            </a:endParaRPr>
          </a:p>
          <a:p>
            <a:pPr marL="285750" indent="-285750" algn="ctr">
              <a:buFont typeface="Wingdings,Sans-Serif"/>
              <a:buChar char="Ø"/>
            </a:pPr>
            <a:r>
              <a:rPr lang="en-US" sz="1400">
                <a:solidFill>
                  <a:schemeClr val="tx1"/>
                </a:solidFill>
                <a:ea typeface="Calibri"/>
                <a:cs typeface="Calibri"/>
              </a:rPr>
              <a:t>System keeps functioning even when offline.</a:t>
            </a:r>
          </a:p>
        </p:txBody>
      </p:sp>
    </p:spTree>
    <p:extLst>
      <p:ext uri="{BB962C8B-B14F-4D97-AF65-F5344CB8AC3E}">
        <p14:creationId xmlns:p14="http://schemas.microsoft.com/office/powerpoint/2010/main" val="30386992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10A00-0D8C-0251-7561-B05F51E6D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7EBC35-02BD-DF74-9D97-C968EDF86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20B0604020202020204" pitchFamily="34" charset="0"/>
              <a:buChar char="Ø"/>
            </a:pPr>
            <a:r>
              <a:rPr lang="en-IN">
                <a:ea typeface="+mn-lt"/>
                <a:cs typeface="+mn-lt"/>
              </a:rPr>
              <a:t>A </a:t>
            </a:r>
            <a:r>
              <a:rPr lang="en-IN" b="1">
                <a:ea typeface="+mn-lt"/>
                <a:cs typeface="+mn-lt"/>
              </a:rPr>
              <a:t>single codebase</a:t>
            </a:r>
            <a:r>
              <a:rPr lang="en-IN">
                <a:ea typeface="+mn-lt"/>
                <a:cs typeface="+mn-lt"/>
              </a:rPr>
              <a:t> split into clearly defined </a:t>
            </a:r>
            <a:r>
              <a:rPr lang="en-IN" b="1">
                <a:ea typeface="+mn-lt"/>
                <a:cs typeface="+mn-lt"/>
              </a:rPr>
              <a:t>modules</a:t>
            </a:r>
            <a:r>
              <a:rPr lang="en-IN">
                <a:ea typeface="+mn-lt"/>
                <a:cs typeface="+mn-lt"/>
              </a:rPr>
              <a:t> (e.g., user module, billing module).</a:t>
            </a:r>
            <a:endParaRPr lang="en-IN">
              <a:ea typeface="Calibri" panose="020F0502020204030204"/>
              <a:cs typeface="Calibri" panose="020F0502020204030204"/>
            </a:endParaRPr>
          </a:p>
          <a:p>
            <a:pPr>
              <a:buFont typeface="Wingdings" panose="020B0604020202020204" pitchFamily="34" charset="0"/>
              <a:buChar char="Ø"/>
            </a:pPr>
            <a:r>
              <a:rPr lang="en-IN" b="1">
                <a:ea typeface="+mn-lt"/>
                <a:cs typeface="+mn-lt"/>
              </a:rPr>
              <a:t>Deployment</a:t>
            </a:r>
            <a:r>
              <a:rPr lang="en-IN">
                <a:ea typeface="+mn-lt"/>
                <a:cs typeface="+mn-lt"/>
              </a:rPr>
              <a:t>: All modules are deployed </a:t>
            </a:r>
            <a:r>
              <a:rPr lang="en-IN" b="1">
                <a:ea typeface="+mn-lt"/>
                <a:cs typeface="+mn-lt"/>
              </a:rPr>
              <a:t>together</a:t>
            </a:r>
            <a:r>
              <a:rPr lang="en-IN">
                <a:ea typeface="+mn-lt"/>
                <a:cs typeface="+mn-lt"/>
              </a:rPr>
              <a:t> as one application.</a:t>
            </a:r>
            <a:endParaRPr lang="en-IN">
              <a:ea typeface="Calibri" panose="020F0502020204030204"/>
              <a:cs typeface="Calibri" panose="020F0502020204030204"/>
            </a:endParaRPr>
          </a:p>
          <a:p>
            <a:pPr>
              <a:buFont typeface="Wingdings" panose="020B0604020202020204" pitchFamily="34" charset="0"/>
              <a:buChar char="Ø"/>
            </a:pPr>
            <a:r>
              <a:rPr lang="en-IN" b="1">
                <a:ea typeface="+mn-lt"/>
                <a:cs typeface="+mn-lt"/>
              </a:rPr>
              <a:t>Local Setup</a:t>
            </a:r>
            <a:r>
              <a:rPr lang="en-IN">
                <a:ea typeface="+mn-lt"/>
                <a:cs typeface="+mn-lt"/>
              </a:rPr>
              <a:t>: Simple to run with a single command (</a:t>
            </a:r>
            <a:r>
              <a:rPr lang="en-IN" err="1">
                <a:latin typeface="Consolas"/>
              </a:rPr>
              <a:t>npm</a:t>
            </a:r>
            <a:r>
              <a:rPr lang="en-IN">
                <a:latin typeface="Consolas"/>
              </a:rPr>
              <a:t> start</a:t>
            </a:r>
            <a:r>
              <a:rPr lang="en-IN">
                <a:ea typeface="+mn-lt"/>
                <a:cs typeface="+mn-lt"/>
              </a:rPr>
              <a:t>, </a:t>
            </a:r>
            <a:r>
              <a:rPr lang="en-IN" err="1">
                <a:latin typeface="Consolas"/>
              </a:rPr>
              <a:t>mvn</a:t>
            </a:r>
            <a:r>
              <a:rPr lang="en-IN">
                <a:latin typeface="Consolas"/>
              </a:rPr>
              <a:t> </a:t>
            </a:r>
            <a:r>
              <a:rPr lang="en-IN" err="1">
                <a:latin typeface="Consolas"/>
              </a:rPr>
              <a:t>spring-boot:run</a:t>
            </a:r>
            <a:r>
              <a:rPr lang="en-IN">
                <a:ea typeface="+mn-lt"/>
                <a:cs typeface="+mn-lt"/>
              </a:rPr>
              <a:t>, etc.)</a:t>
            </a:r>
            <a:endParaRPr lang="en-IN">
              <a:ea typeface="Calibri" panose="020F0502020204030204"/>
              <a:cs typeface="Calibri" panose="020F0502020204030204"/>
            </a:endParaRPr>
          </a:p>
          <a:p>
            <a:pPr>
              <a:buFont typeface="Wingdings" panose="020B0604020202020204" pitchFamily="34" charset="0"/>
              <a:buChar char="Ø"/>
            </a:pPr>
            <a:r>
              <a:rPr lang="en-IN" b="1">
                <a:ea typeface="+mn-lt"/>
                <a:cs typeface="+mn-lt"/>
              </a:rPr>
              <a:t>Modules</a:t>
            </a:r>
            <a:endParaRPr lang="en-IN"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buChar char="•"/>
            </a:pPr>
            <a:r>
              <a:rPr lang="en-IN" sz="1400">
                <a:ea typeface="+mn-lt"/>
                <a:cs typeface="+mn-lt"/>
              </a:rPr>
              <a:t>Have clear boundaries</a:t>
            </a:r>
            <a:endParaRPr lang="en-IN" sz="1400">
              <a:ea typeface="Calibri"/>
              <a:cs typeface="Calibri"/>
            </a:endParaRPr>
          </a:p>
          <a:p>
            <a:pPr marL="742950" lvl="1" indent="-285750">
              <a:buChar char="•"/>
            </a:pPr>
            <a:r>
              <a:rPr lang="en-IN" sz="1400">
                <a:ea typeface="+mn-lt"/>
                <a:cs typeface="+mn-lt"/>
              </a:rPr>
              <a:t>Communicate via function calls</a:t>
            </a:r>
            <a:endParaRPr lang="en-IN" sz="1400">
              <a:ea typeface="Calibri"/>
              <a:cs typeface="Calibri"/>
            </a:endParaRPr>
          </a:p>
          <a:p>
            <a:pPr>
              <a:buFont typeface="Wingdings" panose="020B0604020202020204" pitchFamily="34" charset="0"/>
              <a:buChar char="Ø"/>
            </a:pPr>
            <a:r>
              <a:rPr lang="en-IN" b="1">
                <a:ea typeface="+mn-lt"/>
                <a:cs typeface="+mn-lt"/>
              </a:rPr>
              <a:t>Benefits</a:t>
            </a:r>
            <a:endParaRPr lang="en-IN"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buChar char="•"/>
            </a:pPr>
            <a:r>
              <a:rPr lang="en-IN" sz="1400">
                <a:ea typeface="+mn-lt"/>
                <a:cs typeface="+mn-lt"/>
              </a:rPr>
              <a:t>Easier to develop, test, and debug</a:t>
            </a:r>
          </a:p>
          <a:p>
            <a:pPr marL="742950" lvl="1" indent="-285750">
              <a:buChar char="•"/>
            </a:pPr>
            <a:r>
              <a:rPr lang="en-IN" sz="1400">
                <a:ea typeface="+mn-lt"/>
                <a:cs typeface="+mn-lt"/>
              </a:rPr>
              <a:t>Faster local development cycle</a:t>
            </a:r>
          </a:p>
          <a:p>
            <a:pPr marL="742950" lvl="1" indent="-285750">
              <a:buChar char="•"/>
            </a:pPr>
            <a:r>
              <a:rPr lang="en-IN" sz="1400">
                <a:ea typeface="+mn-lt"/>
                <a:cs typeface="+mn-lt"/>
              </a:rPr>
              <a:t>Cleaner internal architecture</a:t>
            </a:r>
          </a:p>
          <a:p>
            <a:pPr marL="742950" lvl="1" indent="-285750">
              <a:buChar char="•"/>
            </a:pPr>
            <a:r>
              <a:rPr lang="en-IN" sz="1400">
                <a:ea typeface="+mn-lt"/>
                <a:cs typeface="+mn-lt"/>
              </a:rPr>
              <a:t>Easier to refactor or transition to microservices later</a:t>
            </a:r>
            <a:endParaRPr lang="en-IN" sz="1400">
              <a:ea typeface="Calibri"/>
              <a:cs typeface="Calibri"/>
            </a:endParaRPr>
          </a:p>
          <a:p>
            <a:pPr>
              <a:buFont typeface="Wingdings" panose="020B0604020202020204" pitchFamily="34" charset="0"/>
              <a:buChar char="Ø"/>
            </a:pPr>
            <a:r>
              <a:rPr lang="en-IN" b="1">
                <a:ea typeface="+mn-lt"/>
                <a:cs typeface="+mn-lt"/>
              </a:rPr>
              <a:t>Challenges</a:t>
            </a:r>
            <a:endParaRPr lang="en-IN"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buChar char="•"/>
            </a:pPr>
            <a:r>
              <a:rPr lang="en-IN" sz="1400">
                <a:ea typeface="+mn-lt"/>
                <a:cs typeface="+mn-lt"/>
              </a:rPr>
              <a:t>Limited scalability (can’t scale modules independently)</a:t>
            </a:r>
            <a:endParaRPr lang="en-IN" sz="1400">
              <a:ea typeface="Calibri"/>
              <a:cs typeface="Calibri"/>
            </a:endParaRPr>
          </a:p>
          <a:p>
            <a:pPr marL="742950" lvl="1" indent="-285750">
              <a:buChar char="•"/>
            </a:pPr>
            <a:r>
              <a:rPr lang="en-IN" sz="1400">
                <a:ea typeface="+mn-lt"/>
                <a:cs typeface="+mn-lt"/>
              </a:rPr>
              <a:t>Entire app must be redeployed for any change</a:t>
            </a:r>
            <a:endParaRPr lang="en-IN" sz="1400">
              <a:ea typeface="Calibri"/>
              <a:cs typeface="Calibri"/>
            </a:endParaRPr>
          </a:p>
          <a:p>
            <a:pPr>
              <a:buFont typeface="Wingdings" panose="020B0604020202020204" pitchFamily="34" charset="0"/>
              <a:buChar char="Ø"/>
            </a:pPr>
            <a:endParaRPr lang="en-IN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12FDFB-8DFB-78BC-0A33-02205B760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3735547-B499-4273-BF07-F756EAEC2F73}" type="slidenum">
              <a:rPr lang="en-IN" smtClean="0"/>
              <a:t>15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8D1DE1-8B71-2133-E15D-E041068B86EB}"/>
              </a:ext>
            </a:extLst>
          </p:cNvPr>
          <p:cNvSpPr txBox="1"/>
          <p:nvPr/>
        </p:nvSpPr>
        <p:spPr>
          <a:xfrm>
            <a:off x="448575" y="429464"/>
            <a:ext cx="1023037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en-US" sz="2800">
                <a:solidFill>
                  <a:srgbClr val="010086"/>
                </a:solidFill>
                <a:latin typeface="Century Gothic"/>
                <a:ea typeface="+mn-lt"/>
                <a:cs typeface="+mn-lt"/>
              </a:rPr>
              <a:t>Modular Monolithic Architecture</a:t>
            </a:r>
            <a:endParaRPr lang="en-US" sz="2800">
              <a:solidFill>
                <a:srgbClr val="010086"/>
              </a:solidFill>
              <a:latin typeface="Century Gothic"/>
              <a:ea typeface="Calibri"/>
              <a:cs typeface="Calibri"/>
            </a:endParaRPr>
          </a:p>
        </p:txBody>
      </p:sp>
      <p:graphicFrame>
        <p:nvGraphicFramePr>
          <p:cNvPr id="226" name="Diagram 225">
            <a:extLst>
              <a:ext uri="{FF2B5EF4-FFF2-40B4-BE49-F238E27FC236}">
                <a16:creationId xmlns:a16="http://schemas.microsoft.com/office/drawing/2014/main" id="{A3088DAE-5A87-816A-ED20-AFC1B1A465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3550193"/>
              </p:ext>
            </p:extLst>
          </p:nvPr>
        </p:nvGraphicFramePr>
        <p:xfrm>
          <a:off x="6259445" y="2515737"/>
          <a:ext cx="4301925" cy="35707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836456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545C6-3562-ABB9-9A95-E039381E2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7E3EDE-2EB4-2E2D-4BA9-196F7DE730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20B0604020202020204" pitchFamily="34" charset="0"/>
              <a:buChar char="Ø"/>
            </a:pPr>
            <a:r>
              <a:rPr lang="en-IN">
                <a:ea typeface="+mn-lt"/>
                <a:cs typeface="+mn-lt"/>
              </a:rPr>
              <a:t>Each feature or component is developed as a </a:t>
            </a:r>
            <a:r>
              <a:rPr lang="en-IN" b="1">
                <a:ea typeface="+mn-lt"/>
                <a:cs typeface="+mn-lt"/>
              </a:rPr>
              <a:t>separate service</a:t>
            </a:r>
            <a:r>
              <a:rPr lang="en-IN">
                <a:ea typeface="+mn-lt"/>
                <a:cs typeface="+mn-lt"/>
              </a:rPr>
              <a:t> (e.g., user service, order service, auth service).</a:t>
            </a:r>
            <a:endParaRPr lang="en-IN">
              <a:ea typeface="Calibri" panose="020F0502020204030204"/>
              <a:cs typeface="Calibri" panose="020F0502020204030204"/>
            </a:endParaRPr>
          </a:p>
          <a:p>
            <a:pPr>
              <a:buFont typeface="Wingdings" panose="020B0604020202020204" pitchFamily="34" charset="0"/>
              <a:buChar char="Ø"/>
            </a:pPr>
            <a:r>
              <a:rPr lang="en-IN" b="1">
                <a:ea typeface="+mn-lt"/>
                <a:cs typeface="+mn-lt"/>
              </a:rPr>
              <a:t>Local </a:t>
            </a:r>
            <a:r>
              <a:rPr lang="en-IN" b="1" err="1">
                <a:ea typeface="+mn-lt"/>
                <a:cs typeface="+mn-lt"/>
              </a:rPr>
              <a:t>Setup</a:t>
            </a:r>
            <a:r>
              <a:rPr lang="en-IN" err="1">
                <a:ea typeface="+mn-lt"/>
                <a:cs typeface="+mn-lt"/>
              </a:rPr>
              <a:t>:Use</a:t>
            </a:r>
            <a:r>
              <a:rPr lang="en-IN">
                <a:ea typeface="+mn-lt"/>
                <a:cs typeface="+mn-lt"/>
              </a:rPr>
              <a:t> </a:t>
            </a:r>
            <a:r>
              <a:rPr lang="en-IN" b="1">
                <a:ea typeface="+mn-lt"/>
                <a:cs typeface="+mn-lt"/>
              </a:rPr>
              <a:t>Docker Compose</a:t>
            </a:r>
            <a:r>
              <a:rPr lang="en-IN">
                <a:ea typeface="+mn-lt"/>
                <a:cs typeface="+mn-lt"/>
              </a:rPr>
              <a:t> to run all services together in separate containers.</a:t>
            </a:r>
            <a:endParaRPr lang="en-IN">
              <a:ea typeface="Calibri" panose="020F0502020204030204"/>
              <a:cs typeface="Calibri" panose="020F0502020204030204"/>
            </a:endParaRPr>
          </a:p>
          <a:p>
            <a:pPr>
              <a:buFont typeface="Wingdings" panose="020B0604020202020204" pitchFamily="34" charset="0"/>
              <a:buChar char="Ø"/>
            </a:pPr>
            <a:r>
              <a:rPr lang="en-IN" b="1">
                <a:ea typeface="+mn-lt"/>
                <a:cs typeface="+mn-lt"/>
              </a:rPr>
              <a:t>Communication</a:t>
            </a:r>
            <a:r>
              <a:rPr lang="en-IN">
                <a:ea typeface="+mn-lt"/>
                <a:cs typeface="+mn-lt"/>
              </a:rPr>
              <a:t>: Services interact via </a:t>
            </a:r>
            <a:r>
              <a:rPr lang="en-IN" b="1">
                <a:ea typeface="+mn-lt"/>
                <a:cs typeface="+mn-lt"/>
              </a:rPr>
              <a:t>HTTP/</a:t>
            </a:r>
            <a:r>
              <a:rPr lang="en-IN" b="1" err="1">
                <a:ea typeface="+mn-lt"/>
                <a:cs typeface="+mn-lt"/>
              </a:rPr>
              <a:t>gRPC</a:t>
            </a:r>
            <a:r>
              <a:rPr lang="en-IN" b="1">
                <a:ea typeface="+mn-lt"/>
                <a:cs typeface="+mn-lt"/>
              </a:rPr>
              <a:t>/message queues</a:t>
            </a:r>
            <a:r>
              <a:rPr lang="en-IN">
                <a:ea typeface="+mn-lt"/>
                <a:cs typeface="+mn-lt"/>
              </a:rPr>
              <a:t>, just like in production.</a:t>
            </a:r>
            <a:endParaRPr lang="en-IN">
              <a:ea typeface="Calibri" panose="020F0502020204030204"/>
              <a:cs typeface="Calibri" panose="020F0502020204030204"/>
            </a:endParaRPr>
          </a:p>
          <a:p>
            <a:pPr>
              <a:buFont typeface="Wingdings" panose="020B0604020202020204" pitchFamily="34" charset="0"/>
              <a:buChar char="Ø"/>
            </a:pPr>
            <a:r>
              <a:rPr lang="en-IN" b="1">
                <a:ea typeface="+mn-lt"/>
                <a:cs typeface="+mn-lt"/>
              </a:rPr>
              <a:t>Tools Needed</a:t>
            </a:r>
            <a:r>
              <a:rPr lang="en-IN">
                <a:ea typeface="+mn-lt"/>
                <a:cs typeface="+mn-lt"/>
              </a:rPr>
              <a:t>:</a:t>
            </a:r>
            <a:endParaRPr lang="en-IN"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buChar char="•"/>
            </a:pPr>
            <a:r>
              <a:rPr lang="en-IN" sz="1400">
                <a:ea typeface="+mn-lt"/>
                <a:cs typeface="+mn-lt"/>
              </a:rPr>
              <a:t>Docker &amp; Docker Compose</a:t>
            </a:r>
            <a:endParaRPr lang="en-IN" sz="1400">
              <a:ea typeface="Calibri"/>
              <a:cs typeface="Calibri"/>
            </a:endParaRPr>
          </a:p>
          <a:p>
            <a:pPr marL="742950" lvl="1" indent="-285750">
              <a:buChar char="•"/>
            </a:pPr>
            <a:r>
              <a:rPr lang="en-IN" sz="1400">
                <a:ea typeface="+mn-lt"/>
                <a:cs typeface="+mn-lt"/>
              </a:rPr>
              <a:t>Individual repos (or folders) for each service</a:t>
            </a:r>
            <a:endParaRPr lang="en-IN" sz="1400">
              <a:ea typeface="Calibri"/>
              <a:cs typeface="Calibri"/>
            </a:endParaRPr>
          </a:p>
          <a:p>
            <a:pPr>
              <a:buFont typeface="Wingdings" panose="020B0604020202020204" pitchFamily="34" charset="0"/>
              <a:buChar char="Ø"/>
            </a:pPr>
            <a:r>
              <a:rPr lang="en-IN" b="1">
                <a:ea typeface="+mn-lt"/>
                <a:cs typeface="+mn-lt"/>
              </a:rPr>
              <a:t>Benefits</a:t>
            </a:r>
            <a:r>
              <a:rPr lang="en-IN">
                <a:ea typeface="+mn-lt"/>
                <a:cs typeface="+mn-lt"/>
              </a:rPr>
              <a:t>:</a:t>
            </a:r>
            <a:endParaRPr lang="en-IN"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buChar char="•"/>
            </a:pPr>
            <a:r>
              <a:rPr lang="en-IN" sz="1400">
                <a:ea typeface="+mn-lt"/>
                <a:cs typeface="+mn-lt"/>
              </a:rPr>
              <a:t>Realistic simulation of a distributed system</a:t>
            </a:r>
            <a:endParaRPr lang="en-IN" sz="1400">
              <a:ea typeface="Calibri"/>
              <a:cs typeface="Calibri"/>
            </a:endParaRPr>
          </a:p>
          <a:p>
            <a:pPr marL="742950" lvl="1" indent="-285750">
              <a:buChar char="•"/>
            </a:pPr>
            <a:r>
              <a:rPr lang="en-IN" sz="1400">
                <a:ea typeface="+mn-lt"/>
                <a:cs typeface="+mn-lt"/>
              </a:rPr>
              <a:t>Test service dependencies and interactions locally</a:t>
            </a:r>
            <a:endParaRPr lang="en-IN" sz="1400">
              <a:ea typeface="Calibri"/>
              <a:cs typeface="Calibri"/>
            </a:endParaRPr>
          </a:p>
          <a:p>
            <a:pPr marL="742950" lvl="1" indent="-285750">
              <a:buChar char="•"/>
            </a:pPr>
            <a:r>
              <a:rPr lang="en-IN" sz="1400">
                <a:ea typeface="+mn-lt"/>
                <a:cs typeface="+mn-lt"/>
              </a:rPr>
              <a:t>Easier to isolate and scale individual components</a:t>
            </a:r>
            <a:endParaRPr lang="en-IN" sz="1400">
              <a:ea typeface="Calibri"/>
              <a:cs typeface="Calibri"/>
            </a:endParaRPr>
          </a:p>
          <a:p>
            <a:pPr>
              <a:buFont typeface="Wingdings" panose="020B0604020202020204" pitchFamily="34" charset="0"/>
              <a:buChar char="Ø"/>
            </a:pPr>
            <a:r>
              <a:rPr lang="en-IN" b="1">
                <a:ea typeface="+mn-lt"/>
                <a:cs typeface="+mn-lt"/>
              </a:rPr>
              <a:t>Challenges</a:t>
            </a:r>
            <a:r>
              <a:rPr lang="en-IN">
                <a:ea typeface="+mn-lt"/>
                <a:cs typeface="+mn-lt"/>
              </a:rPr>
              <a:t>:</a:t>
            </a:r>
            <a:endParaRPr lang="en-IN"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buChar char="•"/>
            </a:pPr>
            <a:r>
              <a:rPr lang="en-IN" sz="1400">
                <a:ea typeface="+mn-lt"/>
                <a:cs typeface="+mn-lt"/>
              </a:rPr>
              <a:t>High setup complexity (networking, configs)</a:t>
            </a:r>
            <a:endParaRPr lang="en-IN" sz="1400">
              <a:ea typeface="Calibri"/>
              <a:cs typeface="Calibri"/>
            </a:endParaRPr>
          </a:p>
          <a:p>
            <a:pPr marL="742950" lvl="1" indent="-285750">
              <a:buChar char="•"/>
            </a:pPr>
            <a:r>
              <a:rPr lang="en-IN" sz="1400">
                <a:ea typeface="+mn-lt"/>
                <a:cs typeface="+mn-lt"/>
              </a:rPr>
              <a:t>Difficult debugging across multiple containers</a:t>
            </a:r>
            <a:endParaRPr lang="en-IN" sz="1400">
              <a:ea typeface="Calibri"/>
              <a:cs typeface="Calibri"/>
            </a:endParaRPr>
          </a:p>
          <a:p>
            <a:pPr marL="742950" lvl="1" indent="-285750">
              <a:buChar char="•"/>
            </a:pPr>
            <a:r>
              <a:rPr lang="en-IN" sz="1400">
                <a:ea typeface="+mn-lt"/>
                <a:cs typeface="+mn-lt"/>
              </a:rPr>
              <a:t>Slower startup times</a:t>
            </a:r>
            <a:endParaRPr lang="en-IN" sz="1400">
              <a:ea typeface="Calibri"/>
              <a:cs typeface="Calibri"/>
            </a:endParaRPr>
          </a:p>
          <a:p>
            <a:pPr>
              <a:buFont typeface="Wingdings" panose="020B0604020202020204" pitchFamily="34" charset="0"/>
              <a:buChar char="Ø"/>
            </a:pPr>
            <a:endParaRPr lang="en-IN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B14163-5B5F-A2AB-D22B-E417B0AB6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3735547-B499-4273-BF07-F756EAEC2F73}" type="slidenum">
              <a:rPr lang="en-IN" smtClean="0"/>
              <a:t>16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D2A048-B0ED-955A-2956-116699B51062}"/>
              </a:ext>
            </a:extLst>
          </p:cNvPr>
          <p:cNvSpPr txBox="1"/>
          <p:nvPr/>
        </p:nvSpPr>
        <p:spPr>
          <a:xfrm>
            <a:off x="448575" y="383518"/>
            <a:ext cx="1023037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en-US" sz="2800">
                <a:solidFill>
                  <a:srgbClr val="010086"/>
                </a:solidFill>
                <a:latin typeface="Century Gothic"/>
                <a:ea typeface="+mn-lt"/>
                <a:cs typeface="+mn-lt"/>
              </a:rPr>
              <a:t>Microservices with Docker Compose</a:t>
            </a:r>
            <a:endParaRPr lang="en-US" sz="2000">
              <a:latin typeface="Century Gothic"/>
              <a:ea typeface="+mn-lt"/>
              <a:cs typeface="+mn-lt"/>
            </a:endParaRPr>
          </a:p>
        </p:txBody>
      </p:sp>
      <p:pic>
        <p:nvPicPr>
          <p:cNvPr id="3" name="Picture 2" descr="A diagram of a service&#10;&#10;AI-generated content may be incorrect.">
            <a:extLst>
              <a:ext uri="{FF2B5EF4-FFF2-40B4-BE49-F238E27FC236}">
                <a16:creationId xmlns:a16="http://schemas.microsoft.com/office/drawing/2014/main" id="{AB35E69D-6E47-7CD9-23BC-8E7925B88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8626" y="1717835"/>
            <a:ext cx="2797216" cy="4205469"/>
          </a:xfrm>
          <a:prstGeom prst="rect">
            <a:avLst/>
          </a:prstGeom>
        </p:spPr>
      </p:pic>
      <p:pic>
        <p:nvPicPr>
          <p:cNvPr id="8" name="Picture 7" descr="A diagram of a diagram of a company&#10;&#10;AI-generated content may be incorrect.">
            <a:extLst>
              <a:ext uri="{FF2B5EF4-FFF2-40B4-BE49-F238E27FC236}">
                <a16:creationId xmlns:a16="http://schemas.microsoft.com/office/drawing/2014/main" id="{75CAB53F-3407-E292-EEC1-5C8B903942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124" y="2453012"/>
            <a:ext cx="3162822" cy="3162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5713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F982F-F907-AA95-850C-A06BB8528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C3DEF-4744-C3A4-E907-FE1483E72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3735547-B499-4273-BF07-F756EAEC2F73}" type="slidenum">
              <a:rPr lang="en-IN" smtClean="0"/>
              <a:t>17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3EA78D-18CE-659B-3833-30210B7A667E}"/>
              </a:ext>
            </a:extLst>
          </p:cNvPr>
          <p:cNvSpPr txBox="1"/>
          <p:nvPr/>
        </p:nvSpPr>
        <p:spPr>
          <a:xfrm>
            <a:off x="448575" y="387200"/>
            <a:ext cx="1023037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en-US" sz="2800">
                <a:solidFill>
                  <a:srgbClr val="010086"/>
                </a:solidFill>
                <a:latin typeface="Century Gothic"/>
              </a:rPr>
              <a:t>Comparision of Architectures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13B8054-9A12-6317-2E31-A66AB33BD8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9326681"/>
              </p:ext>
            </p:extLst>
          </p:nvPr>
        </p:nvGraphicFramePr>
        <p:xfrm>
          <a:off x="469726" y="1388301"/>
          <a:ext cx="10955975" cy="4488538"/>
        </p:xfrm>
        <a:graphic>
          <a:graphicData uri="http://schemas.openxmlformats.org/drawingml/2006/table">
            <a:tbl>
              <a:tblPr bandRow="1">
                <a:tableStyleId>{69CF1AB2-1976-4502-BF36-3FF5EA218861}</a:tableStyleId>
              </a:tblPr>
              <a:tblGrid>
                <a:gridCol w="2154839">
                  <a:extLst>
                    <a:ext uri="{9D8B030D-6E8A-4147-A177-3AD203B41FA5}">
                      <a16:colId xmlns:a16="http://schemas.microsoft.com/office/drawing/2014/main" val="3240780954"/>
                    </a:ext>
                  </a:extLst>
                </a:gridCol>
                <a:gridCol w="2154839">
                  <a:extLst>
                    <a:ext uri="{9D8B030D-6E8A-4147-A177-3AD203B41FA5}">
                      <a16:colId xmlns:a16="http://schemas.microsoft.com/office/drawing/2014/main" val="1460707217"/>
                    </a:ext>
                  </a:extLst>
                </a:gridCol>
                <a:gridCol w="2154839">
                  <a:extLst>
                    <a:ext uri="{9D8B030D-6E8A-4147-A177-3AD203B41FA5}">
                      <a16:colId xmlns:a16="http://schemas.microsoft.com/office/drawing/2014/main" val="1961178028"/>
                    </a:ext>
                  </a:extLst>
                </a:gridCol>
                <a:gridCol w="2154839">
                  <a:extLst>
                    <a:ext uri="{9D8B030D-6E8A-4147-A177-3AD203B41FA5}">
                      <a16:colId xmlns:a16="http://schemas.microsoft.com/office/drawing/2014/main" val="3570890543"/>
                    </a:ext>
                  </a:extLst>
                </a:gridCol>
                <a:gridCol w="2336619">
                  <a:extLst>
                    <a:ext uri="{9D8B030D-6E8A-4147-A177-3AD203B41FA5}">
                      <a16:colId xmlns:a16="http://schemas.microsoft.com/office/drawing/2014/main" val="518476126"/>
                    </a:ext>
                  </a:extLst>
                </a:gridCol>
              </a:tblGrid>
              <a:tr h="8370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Features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Monolithic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Modular Monolith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Microservices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Microservices Local Host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131782"/>
                  </a:ext>
                </a:extLst>
              </a:tr>
              <a:tr h="9311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Deployment Unit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One single application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One application (internally divided into modules)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Many independent deployable services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Many independent services capable of running without connectivity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638660"/>
                  </a:ext>
                </a:extLst>
              </a:tr>
              <a:tr h="68008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Calibri"/>
                        </a:rPr>
                        <a:t>Codebase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Calibri"/>
                        </a:rPr>
                        <a:t>Single codebase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Calibri"/>
                        </a:rPr>
                        <a:t>Single codebase, logically modular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Calibri"/>
                        </a:rPr>
                        <a:t>Multiple separate codebases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Calibri"/>
                        </a:rPr>
                        <a:t>Multiple separate codebases</a:t>
                      </a:r>
                      <a:endParaRPr 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9412427"/>
                  </a:ext>
                </a:extLst>
              </a:tr>
              <a:tr h="68008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/>
                        <a:t>Technology Flexibility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/>
                        <a:t>Usually one tech stack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/>
                        <a:t>Usually one tech stack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/>
                        <a:t>Different services can use different technologies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/>
                        <a:t>Same flexibility as microservices</a:t>
                      </a:r>
                      <a:endParaRPr 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8461014"/>
                  </a:ext>
                </a:extLst>
              </a:tr>
              <a:tr h="68008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Calibri"/>
                        </a:rPr>
                        <a:t>Data Sharing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Calibri"/>
                        </a:rPr>
                        <a:t>Shared DB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Calibri"/>
                        </a:rPr>
                        <a:t>Shared or modular schema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Calibri"/>
                        </a:rPr>
                        <a:t>Separate DB per service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Calibri"/>
                        </a:rPr>
                        <a:t>Separate local DB/cache per service; later sync</a:t>
                      </a:r>
                      <a:endParaRPr 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7313456"/>
                  </a:ext>
                </a:extLst>
              </a:tr>
              <a:tr h="68008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Calibri"/>
                        </a:rPr>
                        <a:t>Communication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/>
                        <a:t>Function calls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/>
                        <a:t>Internal module calls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/>
                        <a:t>APIs, Events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/>
                        <a:t>APIs on localhost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38047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52900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38148-9AA4-7FBB-66EC-15D4E6039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7BEAC0-9D8A-FD80-7194-FB7FB76A4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3735547-B499-4273-BF07-F756EAEC2F73}" type="slidenum">
              <a:rPr lang="en-IN" smtClean="0"/>
              <a:t>18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96149B-26FE-93AE-67E0-59ABAD747E6F}"/>
              </a:ext>
            </a:extLst>
          </p:cNvPr>
          <p:cNvSpPr txBox="1"/>
          <p:nvPr/>
        </p:nvSpPr>
        <p:spPr>
          <a:xfrm>
            <a:off x="448575" y="387200"/>
            <a:ext cx="1023037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en-US" sz="2800">
                <a:solidFill>
                  <a:srgbClr val="010086"/>
                </a:solidFill>
                <a:latin typeface="Century Gothic"/>
              </a:rPr>
              <a:t>Comparision of Architectures</a:t>
            </a:r>
            <a:endParaRPr lang="en-US" sz="2800">
              <a:solidFill>
                <a:srgbClr val="000000"/>
              </a:solidFill>
              <a:latin typeface="Century Gothic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1AAF63D-6DB4-ADDA-1E58-4A8A5633A3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9919778"/>
              </p:ext>
            </p:extLst>
          </p:nvPr>
        </p:nvGraphicFramePr>
        <p:xfrm>
          <a:off x="465022" y="1422599"/>
          <a:ext cx="10970623" cy="4415352"/>
        </p:xfrm>
        <a:graphic>
          <a:graphicData uri="http://schemas.openxmlformats.org/drawingml/2006/table">
            <a:tbl>
              <a:tblPr bandRow="1">
                <a:tableStyleId>{69CF1AB2-1976-4502-BF36-3FF5EA218861}</a:tableStyleId>
              </a:tblPr>
              <a:tblGrid>
                <a:gridCol w="1777612">
                  <a:extLst>
                    <a:ext uri="{9D8B030D-6E8A-4147-A177-3AD203B41FA5}">
                      <a16:colId xmlns:a16="http://schemas.microsoft.com/office/drawing/2014/main" val="3240780954"/>
                    </a:ext>
                  </a:extLst>
                </a:gridCol>
                <a:gridCol w="2040573">
                  <a:extLst>
                    <a:ext uri="{9D8B030D-6E8A-4147-A177-3AD203B41FA5}">
                      <a16:colId xmlns:a16="http://schemas.microsoft.com/office/drawing/2014/main" val="1460707217"/>
                    </a:ext>
                  </a:extLst>
                </a:gridCol>
                <a:gridCol w="2492865">
                  <a:extLst>
                    <a:ext uri="{9D8B030D-6E8A-4147-A177-3AD203B41FA5}">
                      <a16:colId xmlns:a16="http://schemas.microsoft.com/office/drawing/2014/main" val="1961178028"/>
                    </a:ext>
                  </a:extLst>
                </a:gridCol>
                <a:gridCol w="2471828">
                  <a:extLst>
                    <a:ext uri="{9D8B030D-6E8A-4147-A177-3AD203B41FA5}">
                      <a16:colId xmlns:a16="http://schemas.microsoft.com/office/drawing/2014/main" val="3570890543"/>
                    </a:ext>
                  </a:extLst>
                </a:gridCol>
                <a:gridCol w="2187745">
                  <a:extLst>
                    <a:ext uri="{9D8B030D-6E8A-4147-A177-3AD203B41FA5}">
                      <a16:colId xmlns:a16="http://schemas.microsoft.com/office/drawing/2014/main" val="518476126"/>
                    </a:ext>
                  </a:extLst>
                </a:gridCol>
              </a:tblGrid>
              <a:tr h="7842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Features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Monolithic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Modular Monolith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Microservices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Microservices Local Host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131782"/>
                  </a:ext>
                </a:extLst>
              </a:tr>
              <a:tr h="6230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/>
                        <a:t>Failure</a:t>
                      </a:r>
                      <a:r>
                        <a:rPr lang="en-US" sz="1400" b="0" i="0" u="none" strike="noStrike" noProof="0">
                          <a:latin typeface="Calibri"/>
                        </a:rPr>
                        <a:t> Isolation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/>
                        <a:t>Low</a:t>
                      </a:r>
                      <a:r>
                        <a:rPr lang="en-US" sz="1400" b="0" i="0" u="none" strike="noStrike" noProof="0">
                          <a:latin typeface="Calibri"/>
                        </a:rPr>
                        <a:t> – one bug can crash entire app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/>
                        <a:t>Medium – module isolation only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Calibri"/>
                        </a:rPr>
                        <a:t>High – service failure usually isolated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Calibri"/>
                        </a:rPr>
                        <a:t>High, but added logic needed for offline mode</a:t>
                      </a:r>
                      <a:endParaRPr 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638660"/>
                  </a:ext>
                </a:extLst>
              </a:tr>
              <a:tr h="6230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/>
                        <a:t>Team Structure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/>
                        <a:t>One team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/>
                        <a:t>One team with module ownership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/>
                        <a:t>Small team per service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/>
                        <a:t>Same as microservices</a:t>
                      </a:r>
                      <a:endParaRPr 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0835753"/>
                  </a:ext>
                </a:extLst>
              </a:tr>
              <a:tr h="88092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Calibri"/>
                        </a:rPr>
                        <a:t>Scalability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Calibri"/>
                        </a:rPr>
                        <a:t>Scale entire app only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Calibri"/>
                        </a:rPr>
                        <a:t>Limited horizontal/partial scaling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Calibri"/>
                        </a:rPr>
                        <a:t>Scale each service individually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Calibri"/>
                        </a:rPr>
                        <a:t>Independently scalable, works even without connectivity</a:t>
                      </a:r>
                      <a:endParaRPr 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5063027"/>
                  </a:ext>
                </a:extLst>
              </a:tr>
              <a:tr h="6230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/>
                        <a:t>Maintainability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/>
                        <a:t>Degrades as app grows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/>
                        <a:t>Good due to modularity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/>
                        <a:t>Better – independent codebases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/>
                        <a:t>Good – but sync adds complexity</a:t>
                      </a:r>
                      <a:endParaRPr 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5532905"/>
                  </a:ext>
                </a:extLst>
              </a:tr>
              <a:tr h="88092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/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Calibri"/>
                        </a:rPr>
                        <a:t>A small college management system or inventory app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Calibri"/>
                        </a:rPr>
                        <a:t>E-commerce platform with domains as modules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</a:rPr>
                        <a:t>Amazon / Flipkart backend (authenticate, catalog, order, payment, notification services)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Calibri"/>
                        </a:rPr>
                        <a:t>POS terminals, delivery agent apps, oil-rig systems</a:t>
                      </a:r>
                      <a:endParaRPr 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98889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87595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976B9-8B28-5B40-1708-AB5842BB7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2657A-1BA0-DD88-C4B6-C226934CD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3735547-B499-4273-BF07-F756EAEC2F73}" type="slidenum">
              <a:rPr lang="en-IN" smtClean="0"/>
              <a:t>19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9EA580-2C03-6172-D9E0-2EE4A601B81E}"/>
              </a:ext>
            </a:extLst>
          </p:cNvPr>
          <p:cNvSpPr txBox="1"/>
          <p:nvPr/>
        </p:nvSpPr>
        <p:spPr>
          <a:xfrm>
            <a:off x="448575" y="387200"/>
            <a:ext cx="1023037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en-US" sz="2800">
                <a:solidFill>
                  <a:srgbClr val="010086"/>
                </a:solidFill>
                <a:latin typeface="Century Gothic"/>
              </a:rPr>
              <a:t>References</a:t>
            </a:r>
            <a:endParaRPr lang="en-US" sz="2800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59DF58-D732-17D8-E937-D058B0DAAE39}"/>
              </a:ext>
            </a:extLst>
          </p:cNvPr>
          <p:cNvSpPr txBox="1"/>
          <p:nvPr/>
        </p:nvSpPr>
        <p:spPr>
          <a:xfrm>
            <a:off x="469806" y="1390627"/>
            <a:ext cx="11153204" cy="36360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71500" indent="-571500">
              <a:lnSpc>
                <a:spcPct val="250000"/>
              </a:lnSpc>
              <a:buFont typeface="Wingdings"/>
              <a:buChar char="Ø"/>
            </a:pPr>
            <a:r>
              <a:rPr lang="en-US" sz="2400">
                <a:ea typeface="Calibri"/>
                <a:cs typeface="Calibri"/>
                <a:hlinkClick r:id="rId2"/>
              </a:rPr>
              <a:t>What is microservice &amp; Its tools's functionalities</a:t>
            </a:r>
            <a:endParaRPr lang="en-US" sz="2400">
              <a:ea typeface="Calibri"/>
              <a:cs typeface="Calibri"/>
            </a:endParaRPr>
          </a:p>
          <a:p>
            <a:pPr marL="571500" indent="-571500">
              <a:lnSpc>
                <a:spcPct val="250000"/>
              </a:lnSpc>
              <a:buFont typeface="Wingdings"/>
              <a:buChar char="Ø"/>
            </a:pPr>
            <a:r>
              <a:rPr lang="en-US" sz="2400">
                <a:ea typeface="Calibri"/>
                <a:cs typeface="Calibri"/>
                <a:hlinkClick r:id="rId3"/>
              </a:rPr>
              <a:t>Microservices &amp; its tools's usage explanation within 60 min</a:t>
            </a:r>
            <a:endParaRPr lang="en-US" sz="2400">
              <a:ea typeface="Calibri"/>
              <a:cs typeface="Calibri"/>
            </a:endParaRPr>
          </a:p>
          <a:p>
            <a:pPr marL="571500" indent="-571500">
              <a:lnSpc>
                <a:spcPct val="250000"/>
              </a:lnSpc>
              <a:buFont typeface="Wingdings"/>
              <a:buChar char="Ø"/>
            </a:pPr>
            <a:r>
              <a:rPr lang="en-US" sz="2400">
                <a:ea typeface="Calibri"/>
                <a:cs typeface="Calibri"/>
                <a:hlinkClick r:id="rId4"/>
              </a:rPr>
              <a:t>Microservice Architecture - Middleware Blog</a:t>
            </a:r>
            <a:endParaRPr lang="en-US" sz="2400">
              <a:ea typeface="Calibri"/>
              <a:cs typeface="Calibri"/>
            </a:endParaRPr>
          </a:p>
          <a:p>
            <a:pPr marL="571500" indent="-571500">
              <a:lnSpc>
                <a:spcPct val="250000"/>
              </a:lnSpc>
              <a:buFont typeface="Wingdings"/>
              <a:buChar char="Ø"/>
            </a:pPr>
            <a:r>
              <a:rPr lang="en-US" sz="2400">
                <a:ea typeface="Calibri"/>
                <a:cs typeface="Calibri"/>
                <a:hlinkClick r:id="rId5"/>
              </a:rPr>
              <a:t>How to migrate from monolithic to microservice &amp; its need</a:t>
            </a:r>
            <a:endParaRPr lang="en-US" sz="2400">
              <a:ea typeface="Calibri"/>
              <a:cs typeface="Calibri"/>
            </a:endParaRPr>
          </a:p>
        </p:txBody>
      </p:sp>
      <p:pic>
        <p:nvPicPr>
          <p:cNvPr id="3" name="Graphic 2" descr="Research with solid fill">
            <a:extLst>
              <a:ext uri="{FF2B5EF4-FFF2-40B4-BE49-F238E27FC236}">
                <a16:creationId xmlns:a16="http://schemas.microsoft.com/office/drawing/2014/main" id="{087783E9-1926-85C1-1A4C-A33C164A82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49047" y="383087"/>
            <a:ext cx="590811" cy="590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9728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41FD01-C0A5-41E2-8477-6E48932A110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3735547-B499-4273-BF07-F756EAEC2F73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9748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3D3B8-9029-4A7B-ACA9-BEA75934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Century Gothic"/>
              </a:rPr>
              <a:t>BACKUP SLIDES</a:t>
            </a:r>
            <a:endParaRPr lang="en-IN" sz="3200" dirty="0">
              <a:latin typeface="Century Gothic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A4567-AEC1-489D-AD7E-646AF5EFB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3735547-B499-4273-BF07-F756EAEC2F73}" type="slidenum">
              <a:rPr lang="en-IN" smtClean="0"/>
              <a:t>21</a:t>
            </a:fld>
            <a:endParaRPr lang="en-IN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00BE85-6355-C635-C691-33D24A098F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dirty="0">
                <a:latin typeface="Century Gothic"/>
              </a:rPr>
              <a:t>For Reference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098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90961-6658-3348-1C41-98A09A1EB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EDC3E9-D200-54E8-F58E-731221684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IN">
                <a:ea typeface="Calibri"/>
                <a:cs typeface="Calibri"/>
              </a:rPr>
              <a:t>Step-1: Plan Your Microservices</a:t>
            </a:r>
          </a:p>
          <a:p>
            <a:pPr lvl="1"/>
            <a:r>
              <a:rPr lang="en-IN" sz="1400">
                <a:ea typeface="Calibri"/>
                <a:cs typeface="Calibri"/>
              </a:rPr>
              <a:t>Break your application into </a:t>
            </a:r>
            <a:r>
              <a:rPr lang="en-IN" sz="1400" b="1">
                <a:ea typeface="Calibri"/>
                <a:cs typeface="Calibri"/>
              </a:rPr>
              <a:t>small, independent services</a:t>
            </a:r>
            <a:r>
              <a:rPr lang="en-IN" sz="1400">
                <a:ea typeface="Calibri"/>
                <a:cs typeface="Calibri"/>
              </a:rPr>
              <a:t>, each with a clear business capability.</a:t>
            </a:r>
          </a:p>
          <a:p>
            <a:pPr lvl="1"/>
            <a:r>
              <a:rPr lang="en-IN" sz="1400">
                <a:ea typeface="Calibri"/>
                <a:cs typeface="Calibri"/>
              </a:rPr>
              <a:t>Define </a:t>
            </a:r>
            <a:r>
              <a:rPr lang="en-IN" sz="1400" b="1">
                <a:ea typeface="Calibri"/>
                <a:cs typeface="Calibri"/>
              </a:rPr>
              <a:t>APIs</a:t>
            </a:r>
            <a:r>
              <a:rPr lang="en-IN" sz="1400">
                <a:ea typeface="Calibri"/>
                <a:cs typeface="Calibri"/>
              </a:rPr>
              <a:t> (usually REST or </a:t>
            </a:r>
            <a:r>
              <a:rPr lang="en-IN" sz="1400" err="1">
                <a:ea typeface="Calibri"/>
                <a:cs typeface="Calibri"/>
              </a:rPr>
              <a:t>gRPC</a:t>
            </a:r>
            <a:r>
              <a:rPr lang="en-IN" sz="1400">
                <a:ea typeface="Calibri"/>
                <a:cs typeface="Calibri"/>
              </a:rPr>
              <a:t>) through which they will communicate.</a:t>
            </a:r>
          </a:p>
          <a:p>
            <a:r>
              <a:rPr lang="en-IN">
                <a:ea typeface="Calibri"/>
                <a:cs typeface="Calibri"/>
              </a:rPr>
              <a:t>Step2: Choose Your Tech Stack</a:t>
            </a:r>
          </a:p>
          <a:p>
            <a:pPr lvl="1"/>
            <a:endParaRPr lang="en-IN" sz="140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D1C4C-8877-536B-CB26-91197ADC1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3735547-B499-4273-BF07-F756EAEC2F73}" type="slidenum">
              <a:rPr lang="en-IN" smtClean="0"/>
              <a:t>22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558E97-90E1-2411-072E-5951FB6C8B32}"/>
              </a:ext>
            </a:extLst>
          </p:cNvPr>
          <p:cNvSpPr txBox="1"/>
          <p:nvPr/>
        </p:nvSpPr>
        <p:spPr>
          <a:xfrm>
            <a:off x="448575" y="387200"/>
            <a:ext cx="1023037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en-US" sz="2800">
                <a:solidFill>
                  <a:srgbClr val="010086"/>
                </a:solidFill>
                <a:latin typeface="Century Gothic"/>
                <a:ea typeface="Calibri"/>
                <a:cs typeface="Calibri"/>
              </a:rPr>
              <a:t>Microservices using </a:t>
            </a:r>
            <a:r>
              <a:rPr lang="en-US" sz="2800">
                <a:solidFill>
                  <a:srgbClr val="010086"/>
                </a:solidFill>
                <a:latin typeface="Century Gothic"/>
                <a:ea typeface="+mn-lt"/>
                <a:cs typeface="+mn-lt"/>
              </a:rPr>
              <a:t>Docker Compose 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1E5D19D2-6DDC-8B22-DCF3-AA75D1C289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5105739"/>
              </p:ext>
            </p:extLst>
          </p:nvPr>
        </p:nvGraphicFramePr>
        <p:xfrm>
          <a:off x="920151" y="2497922"/>
          <a:ext cx="9639300" cy="2670232"/>
        </p:xfrm>
        <a:graphic>
          <a:graphicData uri="http://schemas.openxmlformats.org/drawingml/2006/table">
            <a:tbl>
              <a:tblPr bandRow="1">
                <a:tableStyleId>{3C2FFA5D-87B4-456A-9821-1D502468CF0F}</a:tableStyleId>
              </a:tblPr>
              <a:tblGrid>
                <a:gridCol w="4819650">
                  <a:extLst>
                    <a:ext uri="{9D8B030D-6E8A-4147-A177-3AD203B41FA5}">
                      <a16:colId xmlns:a16="http://schemas.microsoft.com/office/drawing/2014/main" val="1915184399"/>
                    </a:ext>
                  </a:extLst>
                </a:gridCol>
                <a:gridCol w="4819650">
                  <a:extLst>
                    <a:ext uri="{9D8B030D-6E8A-4147-A177-3AD203B41FA5}">
                      <a16:colId xmlns:a16="http://schemas.microsoft.com/office/drawing/2014/main" val="947826584"/>
                    </a:ext>
                  </a:extLst>
                </a:gridCol>
              </a:tblGrid>
              <a:tr h="3337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/>
                        <a:t>Component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/>
                        <a:t>Options (Examples)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4354328"/>
                  </a:ext>
                </a:extLst>
              </a:tr>
              <a:tr h="3337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Programming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Java, Python, Node.js, Go, .NET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21264"/>
                  </a:ext>
                </a:extLst>
              </a:tr>
              <a:tr h="3337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API Protocol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REST (JSON), </a:t>
                      </a:r>
                      <a:r>
                        <a:rPr lang="en-US" sz="1400" err="1"/>
                        <a:t>gRPC</a:t>
                      </a:r>
                      <a:r>
                        <a:rPr lang="en-US" sz="1400"/>
                        <a:t>, </a:t>
                      </a:r>
                      <a:r>
                        <a:rPr lang="en-US" sz="1400" err="1"/>
                        <a:t>GraphQL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0839077"/>
                  </a:ext>
                </a:extLst>
              </a:tr>
              <a:tr h="3337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Databases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Local MySQL, PostgreSQL, MongoDB, Redis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7009594"/>
                  </a:ext>
                </a:extLst>
              </a:tr>
              <a:tr h="3337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Service Discovery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Eureka, Consul (optional locally)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524844"/>
                  </a:ext>
                </a:extLst>
              </a:tr>
              <a:tr h="3337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Local Container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Docker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0985959"/>
                  </a:ext>
                </a:extLst>
              </a:tr>
              <a:tr h="3337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API Gateway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Nginx / Kong / Spring Cloud Gateway (optional)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435706"/>
                  </a:ext>
                </a:extLst>
              </a:tr>
              <a:tr h="3337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Orchestration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Docker Compose (local) / Kubernetes (advanced)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36254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87382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22C13-B16E-55A4-0574-99F85FD53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888EA5-A543-A01A-266E-9AADC158A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IN">
                <a:ea typeface="Calibri"/>
                <a:cs typeface="Calibri"/>
              </a:rPr>
              <a:t>Step 3: </a:t>
            </a:r>
            <a:r>
              <a:rPr lang="en-IN">
                <a:ea typeface="+mn-lt"/>
                <a:cs typeface="+mn-lt"/>
              </a:rPr>
              <a:t>Create Each Service as an Independent Project</a:t>
            </a:r>
          </a:p>
          <a:p>
            <a:pPr lvl="1"/>
            <a:r>
              <a:rPr lang="en-IN" sz="1400">
                <a:ea typeface="+mn-lt"/>
                <a:cs typeface="+mn-lt"/>
              </a:rPr>
              <a:t>Each service should contain:</a:t>
            </a:r>
            <a:endParaRPr lang="en-IN" sz="1400">
              <a:ea typeface="Calibri"/>
              <a:cs typeface="Calibri"/>
            </a:endParaRPr>
          </a:p>
          <a:p>
            <a:pPr lvl="1"/>
            <a:r>
              <a:rPr lang="en-IN" sz="1400">
                <a:ea typeface="+mn-lt"/>
                <a:cs typeface="+mn-lt"/>
              </a:rPr>
              <a:t>Its own codebase.</a:t>
            </a:r>
            <a:endParaRPr lang="en-IN" sz="1400">
              <a:ea typeface="Calibri"/>
              <a:cs typeface="Calibri"/>
            </a:endParaRPr>
          </a:p>
          <a:p>
            <a:pPr lvl="1"/>
            <a:r>
              <a:rPr lang="en-IN" sz="1400">
                <a:ea typeface="+mn-lt"/>
                <a:cs typeface="+mn-lt"/>
              </a:rPr>
              <a:t>Its own </a:t>
            </a:r>
            <a:r>
              <a:rPr lang="en-IN" sz="1400" err="1">
                <a:latin typeface="Consolas"/>
                <a:ea typeface="Calibri"/>
                <a:cs typeface="Calibri"/>
              </a:rPr>
              <a:t>Dockerfile</a:t>
            </a:r>
            <a:r>
              <a:rPr lang="en-IN" sz="1400">
                <a:ea typeface="+mn-lt"/>
                <a:cs typeface="+mn-lt"/>
              </a:rPr>
              <a:t> (if using Docker).</a:t>
            </a:r>
            <a:endParaRPr lang="en-IN" sz="1400">
              <a:ea typeface="Calibri"/>
              <a:cs typeface="Calibri"/>
            </a:endParaRPr>
          </a:p>
          <a:p>
            <a:pPr lvl="1"/>
            <a:r>
              <a:rPr lang="en-IN" sz="1400">
                <a:ea typeface="+mn-lt"/>
                <a:cs typeface="+mn-lt"/>
              </a:rPr>
              <a:t>Its own configuration (port, DB connection, etc.)</a:t>
            </a:r>
          </a:p>
          <a:p>
            <a:r>
              <a:rPr lang="en-IN">
                <a:ea typeface="+mn-lt"/>
                <a:cs typeface="+mn-lt"/>
              </a:rPr>
              <a:t>Step 4</a:t>
            </a:r>
            <a:r>
              <a:rPr lang="en-IN" b="1"/>
              <a:t>Run Services Locally with Docker Compose (Recommended)</a:t>
            </a:r>
            <a:endParaRPr lang="en-IN" b="1">
              <a:ea typeface="Calibri"/>
              <a:cs typeface="Calibri"/>
            </a:endParaRPr>
          </a:p>
          <a:p>
            <a:pPr lvl="1"/>
            <a:r>
              <a:rPr lang="en-IN" sz="1400">
                <a:ea typeface="+mn-lt"/>
                <a:cs typeface="+mn-lt"/>
              </a:rPr>
              <a:t>Build a </a:t>
            </a:r>
            <a:r>
              <a:rPr lang="en-IN" sz="1400" b="1">
                <a:ea typeface="+mn-lt"/>
                <a:cs typeface="+mn-lt"/>
              </a:rPr>
              <a:t>docker-</a:t>
            </a:r>
            <a:r>
              <a:rPr lang="en-IN" sz="1400" b="1" err="1">
                <a:ea typeface="+mn-lt"/>
                <a:cs typeface="+mn-lt"/>
              </a:rPr>
              <a:t>compose.yml</a:t>
            </a:r>
            <a:r>
              <a:rPr lang="en-IN" sz="1400">
                <a:ea typeface="+mn-lt"/>
                <a:cs typeface="+mn-lt"/>
              </a:rPr>
              <a:t> file which</a:t>
            </a:r>
            <a:endParaRPr lang="en-IN" sz="1400">
              <a:ea typeface="Calibri"/>
              <a:cs typeface="Calibri"/>
            </a:endParaRPr>
          </a:p>
          <a:p>
            <a:pPr marL="742950" lvl="1" indent="-285750">
              <a:buFont typeface="Arial"/>
              <a:buChar char="•"/>
            </a:pPr>
            <a:r>
              <a:rPr lang="en-IN" sz="1400">
                <a:ea typeface="+mn-lt"/>
                <a:cs typeface="+mn-lt"/>
              </a:rPr>
              <a:t>Specifies all services + ports</a:t>
            </a:r>
            <a:endParaRPr lang="en-IN" sz="1400">
              <a:ea typeface="Calibri"/>
              <a:cs typeface="Calibri"/>
            </a:endParaRPr>
          </a:p>
          <a:p>
            <a:pPr marL="742950" lvl="1" indent="-285750">
              <a:buFont typeface="Arial"/>
              <a:buChar char="•"/>
            </a:pPr>
            <a:r>
              <a:rPr lang="en-IN" sz="1400">
                <a:ea typeface="+mn-lt"/>
                <a:cs typeface="+mn-lt"/>
              </a:rPr>
              <a:t>Adds infrastructure (DB, RabbitMQ, Eureka, API-Gateway etc.)</a:t>
            </a:r>
            <a:endParaRPr lang="en-IN" sz="1400">
              <a:ea typeface="Calibri"/>
              <a:cs typeface="Calibri"/>
            </a:endParaRPr>
          </a:p>
          <a:p>
            <a:pPr lvl="1"/>
            <a:r>
              <a:rPr lang="en-IN" sz="1400">
                <a:ea typeface="+mn-lt"/>
                <a:cs typeface="+mn-lt"/>
              </a:rPr>
              <a:t>Inside container, services communicate using DNS name </a:t>
            </a:r>
            <a:r>
              <a:rPr lang="en-IN" sz="1400">
                <a:latin typeface="Consolas"/>
                <a:ea typeface="Calibri"/>
                <a:cs typeface="Calibri"/>
                <a:hlinkClick r:id="rId2"/>
              </a:rPr>
              <a:t>http://auth-service:8001</a:t>
            </a:r>
            <a:endParaRPr lang="en-IN" sz="1400">
              <a:ea typeface="Calibri" panose="020F0502020204030204"/>
              <a:cs typeface="Calibri" panose="020F0502020204030204"/>
            </a:endParaRPr>
          </a:p>
          <a:p>
            <a:pPr lvl="1"/>
            <a:r>
              <a:rPr lang="en-IN" sz="1400">
                <a:ea typeface="+mn-lt"/>
                <a:cs typeface="+mn-lt"/>
              </a:rPr>
              <a:t>Outside (developer testing), use </a:t>
            </a:r>
            <a:r>
              <a:rPr lang="en-IN" sz="1400">
                <a:latin typeface="Consolas"/>
                <a:ea typeface="Calibri"/>
                <a:cs typeface="Calibri"/>
                <a:hlinkClick r:id="rId3"/>
              </a:rPr>
              <a:t>http://localhost:8001</a:t>
            </a:r>
            <a:endParaRPr lang="en-IN" sz="1400">
              <a:ea typeface="Calibri"/>
              <a:cs typeface="Calibri"/>
            </a:endParaRPr>
          </a:p>
          <a:p>
            <a:pPr lvl="1"/>
            <a:r>
              <a:rPr lang="en-IN" sz="1400">
                <a:ea typeface="+mn-lt"/>
                <a:cs typeface="+mn-lt"/>
              </a:rPr>
              <a:t>Run all Services together</a:t>
            </a:r>
            <a:endParaRPr lang="en-IN" sz="1400">
              <a:ea typeface="Calibri"/>
              <a:cs typeface="Calibri"/>
            </a:endParaRPr>
          </a:p>
          <a:p>
            <a:endParaRPr lang="en-IN" b="1">
              <a:ea typeface="+mn-lt"/>
              <a:cs typeface="+mn-lt"/>
            </a:endParaRPr>
          </a:p>
          <a:p>
            <a:endParaRPr lang="en-IN" b="1">
              <a:ea typeface="+mn-lt"/>
              <a:cs typeface="+mn-lt"/>
            </a:endParaRPr>
          </a:p>
          <a:p>
            <a:endParaRPr lang="en-IN">
              <a:ea typeface="+mn-lt"/>
              <a:cs typeface="+mn-lt"/>
            </a:endParaRPr>
          </a:p>
          <a:p>
            <a:endParaRPr lang="en-IN">
              <a:ea typeface="+mn-lt"/>
              <a:cs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FDB472-747D-3530-40BD-A095D5B27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3735547-B499-4273-BF07-F756EAEC2F73}" type="slidenum">
              <a:rPr lang="en-IN" smtClean="0"/>
              <a:t>23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D444C0-34CE-77E7-E6B5-5B6309F59B80}"/>
              </a:ext>
            </a:extLst>
          </p:cNvPr>
          <p:cNvSpPr txBox="1"/>
          <p:nvPr/>
        </p:nvSpPr>
        <p:spPr>
          <a:xfrm>
            <a:off x="448575" y="387200"/>
            <a:ext cx="1023037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en-US" sz="2800">
                <a:solidFill>
                  <a:srgbClr val="010086"/>
                </a:solidFill>
                <a:latin typeface="Century Gothic"/>
              </a:rPr>
              <a:t>Microservices using Docker Compose</a:t>
            </a:r>
            <a:endParaRPr lang="en-US" sz="2800">
              <a:solidFill>
                <a:srgbClr val="000000"/>
              </a:solidFill>
              <a:latin typeface="Century Gothic"/>
            </a:endParaRPr>
          </a:p>
        </p:txBody>
      </p:sp>
      <p:pic>
        <p:nvPicPr>
          <p:cNvPr id="2" name="Picture 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5FE527E-63D6-800F-B3F0-5AB904BDBD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9190" y="1535682"/>
            <a:ext cx="2819400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6440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D2782-73CF-4DA2-8F78-A63041B47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 descr="A diagram of a company&#10;&#10;AI-generated content may be incorrect.">
            <a:extLst>
              <a:ext uri="{FF2B5EF4-FFF2-40B4-BE49-F238E27FC236}">
                <a16:creationId xmlns:a16="http://schemas.microsoft.com/office/drawing/2014/main" id="{186698CA-F0E6-5137-6936-25B53C8040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7613" y="2146599"/>
            <a:ext cx="3629387" cy="362938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0B4D38-94D0-C701-5DD8-8C39808E4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3735547-B499-4273-BF07-F756EAEC2F73}" type="slidenum">
              <a:rPr lang="en-IN" smtClean="0"/>
              <a:t>24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68D107-114F-15A8-23CB-CE561F4A8EBF}"/>
              </a:ext>
            </a:extLst>
          </p:cNvPr>
          <p:cNvSpPr txBox="1"/>
          <p:nvPr/>
        </p:nvSpPr>
        <p:spPr>
          <a:xfrm>
            <a:off x="448575" y="387200"/>
            <a:ext cx="1023037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en-US" sz="2800">
                <a:solidFill>
                  <a:srgbClr val="010086"/>
                </a:solidFill>
                <a:latin typeface="Century Gothic"/>
              </a:rPr>
              <a:t>Heading</a:t>
            </a:r>
            <a:r>
              <a:rPr lang="en-US" sz="2800">
                <a:solidFill>
                  <a:srgbClr val="000000"/>
                </a:solidFill>
                <a:latin typeface="Century Gothic"/>
              </a:rPr>
              <a:t> – </a:t>
            </a:r>
            <a:r>
              <a:rPr lang="en-US" sz="2400">
                <a:solidFill>
                  <a:srgbClr val="000000"/>
                </a:solidFill>
                <a:latin typeface="Century Gothic"/>
              </a:rPr>
              <a:t>Subheading 1 </a:t>
            </a:r>
            <a:r>
              <a:rPr lang="en-US" sz="2000">
                <a:solidFill>
                  <a:srgbClr val="000000"/>
                </a:solidFill>
                <a:latin typeface="Century Gothic"/>
              </a:rPr>
              <a:t>(</a:t>
            </a:r>
            <a:r>
              <a:rPr lang="en-US" sz="2000" i="1">
                <a:solidFill>
                  <a:srgbClr val="000000"/>
                </a:solidFill>
                <a:latin typeface="Century Gothic"/>
              </a:rPr>
              <a:t>Sub heading 2</a:t>
            </a:r>
            <a:r>
              <a:rPr lang="en-US" sz="2000">
                <a:solidFill>
                  <a:srgbClr val="000000"/>
                </a:solidFill>
                <a:latin typeface="Century Gothic"/>
              </a:rPr>
              <a:t>)</a:t>
            </a:r>
            <a:endParaRPr lang="en-IN" sz="2800">
              <a:solidFill>
                <a:srgbClr val="000000"/>
              </a:solidFill>
              <a:latin typeface="Century Gothic"/>
            </a:endParaRPr>
          </a:p>
        </p:txBody>
      </p:sp>
      <p:pic>
        <p:nvPicPr>
          <p:cNvPr id="3" name="Picture 2" descr="A diagram of a diagram of a company&#10;&#10;AI-generated content may be incorrect.">
            <a:extLst>
              <a:ext uri="{FF2B5EF4-FFF2-40B4-BE49-F238E27FC236}">
                <a16:creationId xmlns:a16="http://schemas.microsoft.com/office/drawing/2014/main" id="{F1F8660A-73FD-E6F5-F245-A4E7D06B2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6836" y="2004164"/>
            <a:ext cx="3914384" cy="3903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77643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T_1017_JI_PPT_InternalUse_Template" id="{B47D5DC5-F6BE-47A9-A848-42F88D8058FA}" vid="{4A31C64C-6422-46B5-B0E6-C4CA52FADB5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CD33652BA1EC4AA3AB9DE1879285AC" ma:contentTypeVersion="6" ma:contentTypeDescription="Create a new document." ma:contentTypeScope="" ma:versionID="f512d93d04be197b0847cf83aa10dc69">
  <xsd:schema xmlns:xsd="http://www.w3.org/2001/XMLSchema" xmlns:xs="http://www.w3.org/2001/XMLSchema" xmlns:p="http://schemas.microsoft.com/office/2006/metadata/properties" xmlns:ns2="060a8a9f-d048-4cae-94ae-42ad8fd36d05" xmlns:ns3="c683474e-3566-459e-a8fa-b9191d46e53e" targetNamespace="http://schemas.microsoft.com/office/2006/metadata/properties" ma:root="true" ma:fieldsID="2468039e6ea82dc6dc5f773e51d12c09" ns2:_="" ns3:_="">
    <xsd:import namespace="060a8a9f-d048-4cae-94ae-42ad8fd36d05"/>
    <xsd:import namespace="c683474e-3566-459e-a8fa-b9191d46e53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0a8a9f-d048-4cae-94ae-42ad8fd36d0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83474e-3566-459e-a8fa-b9191d46e53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03B76E6-81F0-4EF7-BC2D-CE77F0178AD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3187D3E-E3C9-48EC-BAD4-E06D13CA9AE4}">
  <ds:schemaRefs>
    <ds:schemaRef ds:uri="57aa52b6-b85e-408e-a3c3-28bdc26b35a0"/>
    <ds:schemaRef ds:uri="e933229d-620e-44f3-8d4c-aad19ceeb56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818696B-DD42-4BA3-ACD0-6A4E2762EAD9}">
  <ds:schemaRefs>
    <ds:schemaRef ds:uri="060a8a9f-d048-4cae-94ae-42ad8fd36d05"/>
    <ds:schemaRef ds:uri="c683474e-3566-459e-a8fa-b9191d46e53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GT_1017_JI_PPT_InternalUse_Template (2)</Template>
  <Application>Microsoft Office PowerPoint</Application>
  <PresentationFormat>Widescreen</PresentationFormat>
  <Slides>24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BACKUP SLIDES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Yamini Dhamodaran</dc:creator>
  <cp:revision>78</cp:revision>
  <dcterms:created xsi:type="dcterms:W3CDTF">2024-10-01T05:11:50Z</dcterms:created>
  <dcterms:modified xsi:type="dcterms:W3CDTF">2025-08-07T09:20:56Z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0x01010077CD33652BA1EC4AA3AB9DE1879285AC</vt:lpwstr>
  </property>
</Properties>
</file>